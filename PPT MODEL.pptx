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3.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4.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5.xml" ContentType="application/vnd.openxmlformats-officedocument.theme+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660" r:id="rId5"/>
    <p:sldMasterId id="2147483671" r:id="rId6"/>
    <p:sldMasterId id="2147483673" r:id="rId7"/>
    <p:sldMasterId id="2147483686" r:id="rId8"/>
    <p:sldMasterId id="2147483700" r:id="rId9"/>
  </p:sldMasterIdLst>
  <p:notesMasterIdLst>
    <p:notesMasterId r:id="rId30"/>
  </p:notesMasterIdLst>
  <p:sldIdLst>
    <p:sldId id="263" r:id="rId10"/>
    <p:sldId id="265" r:id="rId11"/>
    <p:sldId id="298" r:id="rId12"/>
    <p:sldId id="266" r:id="rId13"/>
    <p:sldId id="273" r:id="rId14"/>
    <p:sldId id="269" r:id="rId15"/>
    <p:sldId id="272" r:id="rId16"/>
    <p:sldId id="275" r:id="rId17"/>
    <p:sldId id="284" r:id="rId18"/>
    <p:sldId id="281" r:id="rId19"/>
    <p:sldId id="277" r:id="rId20"/>
    <p:sldId id="278" r:id="rId21"/>
    <p:sldId id="285" r:id="rId22"/>
    <p:sldId id="287" r:id="rId23"/>
    <p:sldId id="289" r:id="rId24"/>
    <p:sldId id="294" r:id="rId25"/>
    <p:sldId id="291" r:id="rId26"/>
    <p:sldId id="299" r:id="rId27"/>
    <p:sldId id="292" r:id="rId28"/>
    <p:sldId id="293" r:id="rId29"/>
  </p:sldIdLst>
  <p:sldSz cx="9144000" cy="6858000" type="screen4x3"/>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D2B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623341-FB0D-4B10-AF03-8ED1529FD62E}" v="54" dt="2024-12-15T14:10:09.575"/>
    <p1510:client id="{435D8865-87C3-37BF-F9A1-8AEA7CE3A6DD}" v="35" dt="2024-12-15T12:18:55.741"/>
    <p1510:client id="{4C338A9C-D8E3-4B9A-BFFD-62EDCD4F07AA}" v="3" dt="2026-03-23T13:09:26.693"/>
    <p1510:client id="{6C5B730B-7429-C52B-8CA3-0799EA179263}" v="10" dt="2024-12-15T16:25:39.150"/>
    <p1510:client id="{A598C920-394D-4CEE-978C-82E7E51BC29A}" v="528" dt="2024-12-16T09:33:40.967"/>
    <p1510:client id="{C233205E-C407-ADB2-280C-FD0718CB6103}" v="2" dt="2024-12-15T18:53:23.880"/>
    <p1510:client id="{EBF9A204-1ED0-4373-AF9F-34EE93E9061A}" v="479" dt="2024-12-15T20:49:51.952"/>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le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2" d="100"/>
          <a:sy n="92" d="100"/>
        </p:scale>
        <p:origin x="1701" y="11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 Type="http://schemas.openxmlformats.org/officeDocument/2006/relationships/customXml" Target="../customXml/item3.xml"/><Relationship Id="rId21" Type="http://schemas.openxmlformats.org/officeDocument/2006/relationships/slide" Target="slides/slide12.xml"/><Relationship Id="rId34"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7.xml"/><Relationship Id="rId20" Type="http://schemas.openxmlformats.org/officeDocument/2006/relationships/slide" Target="slides/slide11.xml"/><Relationship Id="rId29" Type="http://schemas.openxmlformats.org/officeDocument/2006/relationships/slide" Target="slides/slide20.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Master" Target="slideMasters/slideMaster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348ED9-509B-4F9C-B320-0C41262E8E74}" type="datetimeFigureOut">
              <a:rPr lang="en-US" smtClean="0"/>
              <a:t>3/23/2026</a:t>
            </a:fld>
            <a:endParaRPr lang="en-US"/>
          </a:p>
        </p:txBody>
      </p:sp>
      <p:sp>
        <p:nvSpPr>
          <p:cNvPr id="4" name="Segnaposto immagin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533D567-265C-487F-9550-29549D83825B}" type="slidenum">
              <a:rPr lang="en-US" smtClean="0"/>
              <a:t>‹#›</a:t>
            </a:fld>
            <a:endParaRPr lang="en-US"/>
          </a:p>
        </p:txBody>
      </p:sp>
    </p:spTree>
    <p:extLst>
      <p:ext uri="{BB962C8B-B14F-4D97-AF65-F5344CB8AC3E}">
        <p14:creationId xmlns:p14="http://schemas.microsoft.com/office/powerpoint/2010/main" val="15352221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US"/>
          </a:p>
        </p:txBody>
      </p:sp>
      <p:sp>
        <p:nvSpPr>
          <p:cNvPr id="4" name="Segnaposto numero diapositiva 3"/>
          <p:cNvSpPr>
            <a:spLocks noGrp="1"/>
          </p:cNvSpPr>
          <p:nvPr>
            <p:ph type="sldNum" sz="quarter" idx="5"/>
          </p:nvPr>
        </p:nvSpPr>
        <p:spPr/>
        <p:txBody>
          <a:bodyPr/>
          <a:lstStyle/>
          <a:p>
            <a:fld id="{5533D567-265C-487F-9550-29549D83825B}" type="slidenum">
              <a:rPr lang="en-US" smtClean="0"/>
              <a:t>2</a:t>
            </a:fld>
            <a:endParaRPr lang="en-US"/>
          </a:p>
        </p:txBody>
      </p:sp>
    </p:spTree>
    <p:extLst>
      <p:ext uri="{BB962C8B-B14F-4D97-AF65-F5344CB8AC3E}">
        <p14:creationId xmlns:p14="http://schemas.microsoft.com/office/powerpoint/2010/main" val="898117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A588C-148C-A203-A265-F038EBCDF01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C08BC38E-EF8B-A8E6-CD5A-EC613D541EE9}"/>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106B8D96-8FE5-2302-4809-FD29D17F8508}"/>
              </a:ext>
            </a:extLst>
          </p:cNvPr>
          <p:cNvSpPr>
            <a:spLocks noGrp="1"/>
          </p:cNvSpPr>
          <p:nvPr>
            <p:ph type="body" idx="1"/>
          </p:nvPr>
        </p:nvSpPr>
        <p:spPr/>
        <p:txBody>
          <a:bodyPr/>
          <a:lstStyle/>
          <a:p>
            <a:endParaRPr lang="en-US"/>
          </a:p>
        </p:txBody>
      </p:sp>
      <p:sp>
        <p:nvSpPr>
          <p:cNvPr id="4" name="Segnaposto numero diapositiva 3">
            <a:extLst>
              <a:ext uri="{FF2B5EF4-FFF2-40B4-BE49-F238E27FC236}">
                <a16:creationId xmlns:a16="http://schemas.microsoft.com/office/drawing/2014/main" id="{82F76107-7622-1402-17FF-71987D27A368}"/>
              </a:ext>
            </a:extLst>
          </p:cNvPr>
          <p:cNvSpPr>
            <a:spLocks noGrp="1"/>
          </p:cNvSpPr>
          <p:nvPr>
            <p:ph type="sldNum" sz="quarter" idx="5"/>
          </p:nvPr>
        </p:nvSpPr>
        <p:spPr/>
        <p:txBody>
          <a:bodyPr/>
          <a:lstStyle/>
          <a:p>
            <a:fld id="{5533D567-265C-487F-9550-29549D83825B}" type="slidenum">
              <a:rPr lang="en-US" smtClean="0"/>
              <a:t>5</a:t>
            </a:fld>
            <a:endParaRPr lang="en-US"/>
          </a:p>
        </p:txBody>
      </p:sp>
    </p:spTree>
    <p:extLst>
      <p:ext uri="{BB962C8B-B14F-4D97-AF65-F5344CB8AC3E}">
        <p14:creationId xmlns:p14="http://schemas.microsoft.com/office/powerpoint/2010/main" val="2480053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CC4D1-070D-5C96-7625-2C18F445761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2D48747-A41A-94AF-2B93-7E7A2DF9179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791F230-3FD8-7B31-0852-43A7E03F7A9A}"/>
              </a:ext>
            </a:extLst>
          </p:cNvPr>
          <p:cNvSpPr>
            <a:spLocks noGrp="1"/>
          </p:cNvSpPr>
          <p:nvPr>
            <p:ph type="body" idx="1"/>
          </p:nvPr>
        </p:nvSpPr>
        <p:spPr/>
        <p:txBody>
          <a:bodyPr/>
          <a:lstStyle/>
          <a:p>
            <a:endParaRPr lang="en-US"/>
          </a:p>
        </p:txBody>
      </p:sp>
      <p:sp>
        <p:nvSpPr>
          <p:cNvPr id="4" name="Segnaposto numero diapositiva 3">
            <a:extLst>
              <a:ext uri="{FF2B5EF4-FFF2-40B4-BE49-F238E27FC236}">
                <a16:creationId xmlns:a16="http://schemas.microsoft.com/office/drawing/2014/main" id="{FF108F6B-F7B1-DCCB-A1CD-E5271797CB06}"/>
              </a:ext>
            </a:extLst>
          </p:cNvPr>
          <p:cNvSpPr>
            <a:spLocks noGrp="1"/>
          </p:cNvSpPr>
          <p:nvPr>
            <p:ph type="sldNum" sz="quarter" idx="5"/>
          </p:nvPr>
        </p:nvSpPr>
        <p:spPr/>
        <p:txBody>
          <a:bodyPr/>
          <a:lstStyle/>
          <a:p>
            <a:fld id="{5533D567-265C-487F-9550-29549D83825B}" type="slidenum">
              <a:rPr lang="en-US" smtClean="0"/>
              <a:t>8</a:t>
            </a:fld>
            <a:endParaRPr lang="en-US"/>
          </a:p>
        </p:txBody>
      </p:sp>
    </p:spTree>
    <p:extLst>
      <p:ext uri="{BB962C8B-B14F-4D97-AF65-F5344CB8AC3E}">
        <p14:creationId xmlns:p14="http://schemas.microsoft.com/office/powerpoint/2010/main" val="4173615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3522-3C80-FD92-9CAB-2595284DBD8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23AEA8B-7D3F-25DA-42D0-914E8D3785D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2D91FB15-DE6E-3555-0667-5AFC1B12DB36}"/>
              </a:ext>
            </a:extLst>
          </p:cNvPr>
          <p:cNvSpPr>
            <a:spLocks noGrp="1"/>
          </p:cNvSpPr>
          <p:nvPr>
            <p:ph type="body" idx="1"/>
          </p:nvPr>
        </p:nvSpPr>
        <p:spPr/>
        <p:txBody>
          <a:bodyPr/>
          <a:lstStyle/>
          <a:p>
            <a:endParaRPr lang="en-US"/>
          </a:p>
        </p:txBody>
      </p:sp>
      <p:sp>
        <p:nvSpPr>
          <p:cNvPr id="4" name="Segnaposto numero diapositiva 3">
            <a:extLst>
              <a:ext uri="{FF2B5EF4-FFF2-40B4-BE49-F238E27FC236}">
                <a16:creationId xmlns:a16="http://schemas.microsoft.com/office/drawing/2014/main" id="{75053C43-3938-120D-8A28-EC55F56A3E92}"/>
              </a:ext>
            </a:extLst>
          </p:cNvPr>
          <p:cNvSpPr>
            <a:spLocks noGrp="1"/>
          </p:cNvSpPr>
          <p:nvPr>
            <p:ph type="sldNum" sz="quarter" idx="5"/>
          </p:nvPr>
        </p:nvSpPr>
        <p:spPr/>
        <p:txBody>
          <a:bodyPr/>
          <a:lstStyle/>
          <a:p>
            <a:fld id="{5533D567-265C-487F-9550-29549D83825B}" type="slidenum">
              <a:rPr lang="en-US" smtClean="0"/>
              <a:t>10</a:t>
            </a:fld>
            <a:endParaRPr lang="en-US"/>
          </a:p>
        </p:txBody>
      </p:sp>
    </p:spTree>
    <p:extLst>
      <p:ext uri="{BB962C8B-B14F-4D97-AF65-F5344CB8AC3E}">
        <p14:creationId xmlns:p14="http://schemas.microsoft.com/office/powerpoint/2010/main" val="486979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8D2AC-071C-8C32-696B-CA1C54FBA78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A4F54AA-9732-644D-8CC9-CE85F2F96CD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3787B94-6305-7349-04ED-4AA3300D2425}"/>
              </a:ext>
            </a:extLst>
          </p:cNvPr>
          <p:cNvSpPr>
            <a:spLocks noGrp="1"/>
          </p:cNvSpPr>
          <p:nvPr>
            <p:ph type="body" idx="1"/>
          </p:nvPr>
        </p:nvSpPr>
        <p:spPr/>
        <p:txBody>
          <a:bodyPr/>
          <a:lstStyle/>
          <a:p>
            <a:endParaRPr lang="en-US"/>
          </a:p>
        </p:txBody>
      </p:sp>
      <p:sp>
        <p:nvSpPr>
          <p:cNvPr id="4" name="Segnaposto numero diapositiva 3">
            <a:extLst>
              <a:ext uri="{FF2B5EF4-FFF2-40B4-BE49-F238E27FC236}">
                <a16:creationId xmlns:a16="http://schemas.microsoft.com/office/drawing/2014/main" id="{AFD26E6A-F6C1-983A-9303-181CA6170211}"/>
              </a:ext>
            </a:extLst>
          </p:cNvPr>
          <p:cNvSpPr>
            <a:spLocks noGrp="1"/>
          </p:cNvSpPr>
          <p:nvPr>
            <p:ph type="sldNum" sz="quarter" idx="5"/>
          </p:nvPr>
        </p:nvSpPr>
        <p:spPr/>
        <p:txBody>
          <a:bodyPr/>
          <a:lstStyle/>
          <a:p>
            <a:fld id="{5533D567-265C-487F-9550-29549D83825B}" type="slidenum">
              <a:rPr lang="en-US" smtClean="0"/>
              <a:t>13</a:t>
            </a:fld>
            <a:endParaRPr lang="en-US"/>
          </a:p>
        </p:txBody>
      </p:sp>
    </p:spTree>
    <p:extLst>
      <p:ext uri="{BB962C8B-B14F-4D97-AF65-F5344CB8AC3E}">
        <p14:creationId xmlns:p14="http://schemas.microsoft.com/office/powerpoint/2010/main" val="671137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9624B-DA49-D700-D2A9-BC1ACB20803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CACEE35-2B6A-0906-556F-F8DFEFCE7B1D}"/>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AF889DB7-6607-1192-463F-3B8F482F1110}"/>
              </a:ext>
            </a:extLst>
          </p:cNvPr>
          <p:cNvSpPr>
            <a:spLocks noGrp="1"/>
          </p:cNvSpPr>
          <p:nvPr>
            <p:ph type="body" idx="1"/>
          </p:nvPr>
        </p:nvSpPr>
        <p:spPr/>
        <p:txBody>
          <a:bodyPr/>
          <a:lstStyle/>
          <a:p>
            <a:endParaRPr lang="en-US"/>
          </a:p>
        </p:txBody>
      </p:sp>
      <p:sp>
        <p:nvSpPr>
          <p:cNvPr id="4" name="Segnaposto numero diapositiva 3">
            <a:extLst>
              <a:ext uri="{FF2B5EF4-FFF2-40B4-BE49-F238E27FC236}">
                <a16:creationId xmlns:a16="http://schemas.microsoft.com/office/drawing/2014/main" id="{208908D1-7A16-04FD-9C06-D65B258B2C80}"/>
              </a:ext>
            </a:extLst>
          </p:cNvPr>
          <p:cNvSpPr>
            <a:spLocks noGrp="1"/>
          </p:cNvSpPr>
          <p:nvPr>
            <p:ph type="sldNum" sz="quarter" idx="5"/>
          </p:nvPr>
        </p:nvSpPr>
        <p:spPr/>
        <p:txBody>
          <a:bodyPr/>
          <a:lstStyle/>
          <a:p>
            <a:fld id="{5533D567-265C-487F-9550-29549D83825B}" type="slidenum">
              <a:rPr lang="en-US" smtClean="0"/>
              <a:t>15</a:t>
            </a:fld>
            <a:endParaRPr lang="en-US"/>
          </a:p>
        </p:txBody>
      </p:sp>
    </p:spTree>
    <p:extLst>
      <p:ext uri="{BB962C8B-B14F-4D97-AF65-F5344CB8AC3E}">
        <p14:creationId xmlns:p14="http://schemas.microsoft.com/office/powerpoint/2010/main" val="27291805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Layout COPERTINA">
    <p:spTree>
      <p:nvGrpSpPr>
        <p:cNvPr id="1" name=""/>
        <p:cNvGrpSpPr/>
        <p:nvPr/>
      </p:nvGrpSpPr>
      <p:grpSpPr>
        <a:xfrm>
          <a:off x="0" y="0"/>
          <a:ext cx="0" cy="0"/>
          <a:chOff x="0" y="0"/>
          <a:chExt cx="0" cy="0"/>
        </a:xfrm>
      </p:grpSpPr>
      <p:sp>
        <p:nvSpPr>
          <p:cNvPr id="3" name="Segnaposto testo 2"/>
          <p:cNvSpPr>
            <a:spLocks noGrp="1"/>
          </p:cNvSpPr>
          <p:nvPr>
            <p:ph type="body" sz="quarter" idx="10" hasCustomPrompt="1"/>
          </p:nvPr>
        </p:nvSpPr>
        <p:spPr>
          <a:xfrm>
            <a:off x="3563888" y="548680"/>
            <a:ext cx="5185023" cy="4536504"/>
          </a:xfrm>
          <a:prstGeom prst="rect">
            <a:avLst/>
          </a:prstGeom>
        </p:spPr>
        <p:txBody>
          <a:bodyPr anchor="ctr" anchorCtr="0"/>
          <a:lstStyle>
            <a:lvl1pPr marL="0" indent="0">
              <a:buNone/>
              <a:defRPr sz="3600" b="1">
                <a:solidFill>
                  <a:schemeClr val="tx1">
                    <a:lumMod val="65000"/>
                    <a:lumOff val="35000"/>
                  </a:schemeClr>
                </a:solidFill>
                <a:latin typeface="+mj-lt"/>
              </a:defRPr>
            </a:lvl1pPr>
          </a:lstStyle>
          <a:p>
            <a:pPr lvl="0"/>
            <a:r>
              <a:rPr lang="it-IT"/>
              <a:t>Fare clic per inserire il titolo della presentazione</a:t>
            </a:r>
          </a:p>
        </p:txBody>
      </p:sp>
      <p:sp>
        <p:nvSpPr>
          <p:cNvPr id="6" name="Segnaposto testo 5"/>
          <p:cNvSpPr>
            <a:spLocks noGrp="1"/>
          </p:cNvSpPr>
          <p:nvPr>
            <p:ph type="body" sz="quarter" idx="11" hasCustomPrompt="1"/>
          </p:nvPr>
        </p:nvSpPr>
        <p:spPr>
          <a:xfrm>
            <a:off x="3563938" y="5379814"/>
            <a:ext cx="5256212" cy="425450"/>
          </a:xfrm>
          <a:prstGeom prst="rect">
            <a:avLst/>
          </a:prstGeom>
        </p:spPr>
        <p:txBody>
          <a:bodyPr/>
          <a:lstStyle>
            <a:lvl1pPr marL="0" indent="0">
              <a:buNone/>
              <a:defRPr sz="2400" b="1">
                <a:solidFill>
                  <a:schemeClr val="tx1">
                    <a:lumMod val="65000"/>
                    <a:lumOff val="35000"/>
                  </a:schemeClr>
                </a:solidFill>
                <a:latin typeface="+mj-lt"/>
              </a:defRPr>
            </a:lvl1pPr>
          </a:lstStyle>
          <a:p>
            <a:pPr lvl="0"/>
            <a:r>
              <a:rPr lang="it-IT"/>
              <a:t>Nome Cognome</a:t>
            </a:r>
          </a:p>
        </p:txBody>
      </p:sp>
      <p:sp>
        <p:nvSpPr>
          <p:cNvPr id="8" name="Segnaposto testo 7"/>
          <p:cNvSpPr>
            <a:spLocks noGrp="1"/>
          </p:cNvSpPr>
          <p:nvPr>
            <p:ph type="body" sz="quarter" idx="12" hasCustomPrompt="1"/>
          </p:nvPr>
        </p:nvSpPr>
        <p:spPr>
          <a:xfrm>
            <a:off x="3563938" y="5877942"/>
            <a:ext cx="5329237" cy="791418"/>
          </a:xfrm>
          <a:prstGeom prst="rect">
            <a:avLst/>
          </a:prstGeom>
        </p:spPr>
        <p:txBody>
          <a:bodyPr/>
          <a:lstStyle>
            <a:lvl1pPr marL="0" indent="0">
              <a:buNone/>
              <a:defRPr sz="2000" baseline="0">
                <a:solidFill>
                  <a:schemeClr val="tx1">
                    <a:lumMod val="65000"/>
                    <a:lumOff val="35000"/>
                  </a:schemeClr>
                </a:solidFill>
                <a:latin typeface="+mj-lt"/>
              </a:defRPr>
            </a:lvl1pPr>
          </a:lstStyle>
          <a:p>
            <a:pPr lvl="0"/>
            <a:r>
              <a:rPr lang="it-IT"/>
              <a:t>Dipartimento/Struttura </a:t>
            </a:r>
            <a:r>
              <a:rPr lang="it-IT" err="1"/>
              <a:t>xxxxxx</a:t>
            </a:r>
            <a:r>
              <a:rPr lang="it-IT"/>
              <a:t> </a:t>
            </a:r>
            <a:r>
              <a:rPr lang="it-IT" err="1"/>
              <a:t>xxxxxxxxxxxx</a:t>
            </a:r>
            <a:r>
              <a:rPr lang="it-IT"/>
              <a:t> </a:t>
            </a:r>
            <a:r>
              <a:rPr lang="it-IT" err="1"/>
              <a:t>xxxxxxxx</a:t>
            </a:r>
            <a:r>
              <a:rPr lang="it-IT"/>
              <a:t> </a:t>
            </a:r>
            <a:r>
              <a:rPr lang="it-IT" err="1"/>
              <a:t>xxxxx</a:t>
            </a:r>
            <a:r>
              <a:rPr lang="it-IT"/>
              <a:t> </a:t>
            </a:r>
            <a:r>
              <a:rPr lang="it-IT" err="1"/>
              <a:t>xxxxxxxxxxxxxxxxxxx</a:t>
            </a:r>
            <a:r>
              <a:rPr lang="it-IT"/>
              <a:t> </a:t>
            </a:r>
            <a:r>
              <a:rPr lang="it-IT" err="1"/>
              <a:t>xxxxx</a:t>
            </a:r>
            <a:endParaRPr lang="it-IT"/>
          </a:p>
        </p:txBody>
      </p:sp>
    </p:spTree>
    <p:extLst>
      <p:ext uri="{BB962C8B-B14F-4D97-AF65-F5344CB8AC3E}">
        <p14:creationId xmlns:p14="http://schemas.microsoft.com/office/powerpoint/2010/main" val="25667256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apositiva con punto elenco">
    <p:spTree>
      <p:nvGrpSpPr>
        <p:cNvPr id="1" name=""/>
        <p:cNvGrpSpPr/>
        <p:nvPr/>
      </p:nvGrpSpPr>
      <p:grpSpPr>
        <a:xfrm>
          <a:off x="0" y="0"/>
          <a:ext cx="0" cy="0"/>
          <a:chOff x="0" y="0"/>
          <a:chExt cx="0" cy="0"/>
        </a:xfrm>
      </p:grpSpPr>
      <p:sp>
        <p:nvSpPr>
          <p:cNvPr id="8" name="Segnaposto testo 7"/>
          <p:cNvSpPr>
            <a:spLocks noGrp="1"/>
          </p:cNvSpPr>
          <p:nvPr>
            <p:ph type="body" sz="quarter" idx="11" hasCustomPrompt="1"/>
          </p:nvPr>
        </p:nvSpPr>
        <p:spPr>
          <a:xfrm>
            <a:off x="395288" y="1412875"/>
            <a:ext cx="8424862" cy="431949"/>
          </a:xfrm>
          <a:prstGeom prst="rect">
            <a:avLst/>
          </a:prstGeom>
        </p:spPr>
        <p:txBody>
          <a:bodyPr/>
          <a:lstStyle>
            <a:lvl1pPr marL="0" indent="0">
              <a:buFont typeface="Arial" panose="020B0604020202020204" pitchFamily="34" charset="0"/>
              <a:buNone/>
              <a:defRPr sz="1800" baseline="0">
                <a:latin typeface="Calibri" panose="020F0502020204030204" pitchFamily="34" charset="0"/>
                <a:cs typeface="Calibri" panose="020F0502020204030204" pitchFamily="34" charset="0"/>
              </a:defRPr>
            </a:lvl1pPr>
          </a:lstStyle>
          <a:p>
            <a:pPr lvl="0"/>
            <a:r>
              <a:rPr lang="it-IT"/>
              <a:t>Fare clic per modificare il testo</a:t>
            </a:r>
          </a:p>
        </p:txBody>
      </p:sp>
      <p:sp>
        <p:nvSpPr>
          <p:cNvPr id="10" name="Segnaposto testo 9"/>
          <p:cNvSpPr>
            <a:spLocks noGrp="1"/>
          </p:cNvSpPr>
          <p:nvPr>
            <p:ph type="body" sz="quarter" idx="12" hasCustomPrompt="1"/>
          </p:nvPr>
        </p:nvSpPr>
        <p:spPr>
          <a:xfrm>
            <a:off x="395288" y="1989138"/>
            <a:ext cx="8424862" cy="3672110"/>
          </a:xfrm>
          <a:prstGeom prst="rect">
            <a:avLst/>
          </a:prstGeom>
        </p:spPr>
        <p:txBody>
          <a:bodyPr/>
          <a:lstStyle>
            <a:lvl1pPr marL="285750" indent="-285750">
              <a:buFont typeface="Wingdings" panose="05000000000000000000" pitchFamily="2" charset="2"/>
              <a:buChar char="§"/>
              <a:defRPr sz="1800" baseline="0">
                <a:latin typeface="Century Gothic" panose="020B0502020202020204" pitchFamily="34" charset="0"/>
              </a:defRPr>
            </a:lvl1pPr>
            <a:lvl2pPr marL="742950" indent="-285750">
              <a:buFont typeface="Wingdings" panose="05000000000000000000" pitchFamily="2" charset="2"/>
              <a:buChar char="§"/>
              <a:defRPr sz="1800">
                <a:latin typeface="Calibri" panose="020F0502020204030204" pitchFamily="34" charset="0"/>
                <a:cs typeface="Calibri" panose="020F0502020204030204" pitchFamily="34" charset="0"/>
              </a:defRPr>
            </a:lvl2pPr>
          </a:lstStyle>
          <a:p>
            <a:pPr lvl="1"/>
            <a:r>
              <a:rPr lang="it-IT"/>
              <a:t>Fare clic per modificare il punto elenco uno</a:t>
            </a:r>
          </a:p>
          <a:p>
            <a:pPr lvl="1"/>
            <a:r>
              <a:rPr lang="it-IT"/>
              <a:t>Fare clic per modificare il punto elenco due</a:t>
            </a:r>
          </a:p>
          <a:p>
            <a:pPr lvl="1"/>
            <a:r>
              <a:rPr lang="it-IT"/>
              <a:t>Fare clic per modificare il punto elenco tre</a:t>
            </a:r>
          </a:p>
          <a:p>
            <a:pPr lvl="1"/>
            <a:r>
              <a:rPr lang="it-IT"/>
              <a:t>Fare clic per modificare il punto elenco quattro</a:t>
            </a:r>
          </a:p>
        </p:txBody>
      </p:sp>
      <p:sp>
        <p:nvSpPr>
          <p:cNvPr id="16" name="Segnaposto testo 7"/>
          <p:cNvSpPr>
            <a:spLocks noGrp="1"/>
          </p:cNvSpPr>
          <p:nvPr>
            <p:ph type="body" sz="quarter" idx="10" hasCustomPrompt="1"/>
          </p:nvPr>
        </p:nvSpPr>
        <p:spPr>
          <a:xfrm>
            <a:off x="395288" y="476673"/>
            <a:ext cx="8424862" cy="648071"/>
          </a:xfrm>
          <a:prstGeom prst="rect">
            <a:avLst/>
          </a:prstGeom>
        </p:spPr>
        <p:txBody>
          <a:bodyPr/>
          <a:lstStyle>
            <a:lvl1pPr marL="0" indent="0">
              <a:lnSpc>
                <a:spcPts val="2200"/>
              </a:lnSpc>
              <a:buNone/>
              <a:defRPr sz="2400" b="1">
                <a:solidFill>
                  <a:srgbClr val="BD2B0B"/>
                </a:solidFill>
                <a:latin typeface="Calibri" panose="020F0502020204030204" pitchFamily="34" charset="0"/>
                <a:cs typeface="Calibri" panose="020F0502020204030204" pitchFamily="34" charset="0"/>
              </a:defRPr>
            </a:lvl1pPr>
          </a:lstStyle>
          <a:p>
            <a:pPr lvl="0"/>
            <a:r>
              <a:rPr lang="it-IT"/>
              <a:t>Fare clic per modificare il titolo della diapositiva</a:t>
            </a:r>
          </a:p>
        </p:txBody>
      </p:sp>
    </p:spTree>
    <p:extLst>
      <p:ext uri="{BB962C8B-B14F-4D97-AF65-F5344CB8AC3E}">
        <p14:creationId xmlns:p14="http://schemas.microsoft.com/office/powerpoint/2010/main" val="304385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semplice">
    <p:spTree>
      <p:nvGrpSpPr>
        <p:cNvPr id="1" name=""/>
        <p:cNvGrpSpPr/>
        <p:nvPr/>
      </p:nvGrpSpPr>
      <p:grpSpPr>
        <a:xfrm>
          <a:off x="0" y="0"/>
          <a:ext cx="0" cy="0"/>
          <a:chOff x="0" y="0"/>
          <a:chExt cx="0" cy="0"/>
        </a:xfrm>
      </p:grpSpPr>
      <p:sp>
        <p:nvSpPr>
          <p:cNvPr id="7" name="Segnaposto testo 7"/>
          <p:cNvSpPr>
            <a:spLocks noGrp="1"/>
          </p:cNvSpPr>
          <p:nvPr>
            <p:ph type="body" sz="quarter" idx="10" hasCustomPrompt="1"/>
          </p:nvPr>
        </p:nvSpPr>
        <p:spPr>
          <a:xfrm>
            <a:off x="395288" y="476673"/>
            <a:ext cx="8424862" cy="648071"/>
          </a:xfrm>
          <a:prstGeom prst="rect">
            <a:avLst/>
          </a:prstGeom>
        </p:spPr>
        <p:txBody>
          <a:bodyPr/>
          <a:lstStyle>
            <a:lvl1pPr marL="0" indent="0">
              <a:lnSpc>
                <a:spcPts val="2200"/>
              </a:lnSpc>
              <a:buNone/>
              <a:defRPr sz="2400" b="1">
                <a:solidFill>
                  <a:srgbClr val="BD2B0B"/>
                </a:solidFill>
                <a:latin typeface="+mj-lt"/>
              </a:defRPr>
            </a:lvl1pPr>
          </a:lstStyle>
          <a:p>
            <a:pPr lvl="0"/>
            <a:r>
              <a:rPr lang="it-IT"/>
              <a:t>Fare clic per modificare il titolo della diapositiva</a:t>
            </a:r>
          </a:p>
        </p:txBody>
      </p:sp>
      <p:sp>
        <p:nvSpPr>
          <p:cNvPr id="9" name="Segnaposto testo 7"/>
          <p:cNvSpPr>
            <a:spLocks noGrp="1"/>
          </p:cNvSpPr>
          <p:nvPr>
            <p:ph type="body" sz="quarter" idx="11" hasCustomPrompt="1"/>
          </p:nvPr>
        </p:nvSpPr>
        <p:spPr>
          <a:xfrm>
            <a:off x="395288" y="1412875"/>
            <a:ext cx="8424862" cy="4320381"/>
          </a:xfrm>
          <a:prstGeom prst="rect">
            <a:avLst/>
          </a:prstGeom>
        </p:spPr>
        <p:txBody>
          <a:bodyPr/>
          <a:lstStyle>
            <a:lvl1pPr marL="0" indent="0">
              <a:buFont typeface="Arial" panose="020B0604020202020204" pitchFamily="34" charset="0"/>
              <a:buNone/>
              <a:defRPr sz="1800" baseline="0">
                <a:latin typeface="+mn-lt"/>
              </a:defRPr>
            </a:lvl1pPr>
          </a:lstStyle>
          <a:p>
            <a:pPr lvl="0"/>
            <a:r>
              <a:rPr lang="it-IT"/>
              <a:t>Fare clic per modificare il testo</a:t>
            </a:r>
          </a:p>
        </p:txBody>
      </p:sp>
    </p:spTree>
    <p:extLst>
      <p:ext uri="{BB962C8B-B14F-4D97-AF65-F5344CB8AC3E}">
        <p14:creationId xmlns:p14="http://schemas.microsoft.com/office/powerpoint/2010/main" val="3418157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apositiva con grafico">
    <p:spTree>
      <p:nvGrpSpPr>
        <p:cNvPr id="1" name=""/>
        <p:cNvGrpSpPr/>
        <p:nvPr/>
      </p:nvGrpSpPr>
      <p:grpSpPr>
        <a:xfrm>
          <a:off x="0" y="0"/>
          <a:ext cx="0" cy="0"/>
          <a:chOff x="0" y="0"/>
          <a:chExt cx="0" cy="0"/>
        </a:xfrm>
      </p:grpSpPr>
      <p:sp>
        <p:nvSpPr>
          <p:cNvPr id="9" name="Segnaposto grafico 8"/>
          <p:cNvSpPr>
            <a:spLocks noGrp="1"/>
          </p:cNvSpPr>
          <p:nvPr>
            <p:ph type="chart" sz="quarter" idx="10" hasCustomPrompt="1"/>
          </p:nvPr>
        </p:nvSpPr>
        <p:spPr>
          <a:xfrm>
            <a:off x="683269" y="2781300"/>
            <a:ext cx="7777163" cy="2879948"/>
          </a:xfrm>
          <a:prstGeom prst="rect">
            <a:avLst/>
          </a:prstGeom>
        </p:spPr>
        <p:txBody>
          <a:bodyPr/>
          <a:lstStyle>
            <a:lvl1pPr marL="0" indent="0">
              <a:buNone/>
              <a:defRPr sz="1800" baseline="0">
                <a:latin typeface="+mn-lt"/>
              </a:defRPr>
            </a:lvl1pPr>
          </a:lstStyle>
          <a:p>
            <a:r>
              <a:rPr lang="it-IT"/>
              <a:t>Fare clic sull’icona per inserire un grafico</a:t>
            </a:r>
          </a:p>
        </p:txBody>
      </p:sp>
      <p:sp>
        <p:nvSpPr>
          <p:cNvPr id="11" name="Segnaposto testo 7"/>
          <p:cNvSpPr>
            <a:spLocks noGrp="1"/>
          </p:cNvSpPr>
          <p:nvPr>
            <p:ph type="body" sz="quarter" idx="12" hasCustomPrompt="1"/>
          </p:nvPr>
        </p:nvSpPr>
        <p:spPr>
          <a:xfrm>
            <a:off x="395288" y="1412875"/>
            <a:ext cx="8424862" cy="431949"/>
          </a:xfrm>
          <a:prstGeom prst="rect">
            <a:avLst/>
          </a:prstGeom>
        </p:spPr>
        <p:txBody>
          <a:bodyPr/>
          <a:lstStyle>
            <a:lvl1pPr marL="0" indent="0">
              <a:buFont typeface="Arial" panose="020B0604020202020204" pitchFamily="34" charset="0"/>
              <a:buNone/>
              <a:defRPr sz="1800" baseline="0">
                <a:latin typeface="+mn-lt"/>
              </a:defRPr>
            </a:lvl1pPr>
          </a:lstStyle>
          <a:p>
            <a:pPr lvl="0"/>
            <a:r>
              <a:rPr lang="it-IT"/>
              <a:t>Fare clic per modificare il testo</a:t>
            </a:r>
          </a:p>
        </p:txBody>
      </p:sp>
      <p:sp>
        <p:nvSpPr>
          <p:cNvPr id="6" name="Segnaposto testo 7"/>
          <p:cNvSpPr>
            <a:spLocks noGrp="1"/>
          </p:cNvSpPr>
          <p:nvPr>
            <p:ph type="body" sz="quarter" idx="13" hasCustomPrompt="1"/>
          </p:nvPr>
        </p:nvSpPr>
        <p:spPr>
          <a:xfrm>
            <a:off x="395288" y="476673"/>
            <a:ext cx="8424862" cy="648071"/>
          </a:xfrm>
          <a:prstGeom prst="rect">
            <a:avLst/>
          </a:prstGeom>
        </p:spPr>
        <p:txBody>
          <a:bodyPr/>
          <a:lstStyle>
            <a:lvl1pPr marL="0" indent="0">
              <a:lnSpc>
                <a:spcPts val="2200"/>
              </a:lnSpc>
              <a:buNone/>
              <a:defRPr sz="2400" b="1">
                <a:solidFill>
                  <a:srgbClr val="BD2B0B"/>
                </a:solidFill>
                <a:latin typeface="+mj-lt"/>
              </a:defRPr>
            </a:lvl1pPr>
          </a:lstStyle>
          <a:p>
            <a:pPr lvl="0"/>
            <a:r>
              <a:rPr lang="it-IT"/>
              <a:t>Fare clic per modificare il titolo della diapositiva</a:t>
            </a:r>
          </a:p>
        </p:txBody>
      </p:sp>
    </p:spTree>
    <p:extLst>
      <p:ext uri="{BB962C8B-B14F-4D97-AF65-F5344CB8AC3E}">
        <p14:creationId xmlns:p14="http://schemas.microsoft.com/office/powerpoint/2010/main" val="5558334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apositiva con immagine">
    <p:spTree>
      <p:nvGrpSpPr>
        <p:cNvPr id="1" name=""/>
        <p:cNvGrpSpPr/>
        <p:nvPr/>
      </p:nvGrpSpPr>
      <p:grpSpPr>
        <a:xfrm>
          <a:off x="0" y="0"/>
          <a:ext cx="0" cy="0"/>
          <a:chOff x="0" y="0"/>
          <a:chExt cx="0" cy="0"/>
        </a:xfrm>
      </p:grpSpPr>
      <p:sp>
        <p:nvSpPr>
          <p:cNvPr id="11" name="Segnaposto immagine 10"/>
          <p:cNvSpPr>
            <a:spLocks noGrp="1"/>
          </p:cNvSpPr>
          <p:nvPr>
            <p:ph type="pic" sz="quarter" idx="10" hasCustomPrompt="1"/>
          </p:nvPr>
        </p:nvSpPr>
        <p:spPr>
          <a:xfrm>
            <a:off x="1150937" y="1700809"/>
            <a:ext cx="6842125" cy="3960440"/>
          </a:xfrm>
          <a:prstGeom prst="rect">
            <a:avLst/>
          </a:prstGeom>
        </p:spPr>
        <p:txBody>
          <a:bodyPr/>
          <a:lstStyle>
            <a:lvl1pPr marL="0" indent="0">
              <a:buNone/>
              <a:defRPr sz="1800">
                <a:latin typeface="+mn-lt"/>
              </a:defRPr>
            </a:lvl1pPr>
          </a:lstStyle>
          <a:p>
            <a:r>
              <a:rPr lang="it-IT"/>
              <a:t>Fare clic sull’icona per inserire un’immagine</a:t>
            </a:r>
          </a:p>
        </p:txBody>
      </p:sp>
      <p:sp>
        <p:nvSpPr>
          <p:cNvPr id="5" name="Segnaposto testo 7"/>
          <p:cNvSpPr>
            <a:spLocks noGrp="1"/>
          </p:cNvSpPr>
          <p:nvPr>
            <p:ph type="body" sz="quarter" idx="11" hasCustomPrompt="1"/>
          </p:nvPr>
        </p:nvSpPr>
        <p:spPr>
          <a:xfrm>
            <a:off x="395288" y="476673"/>
            <a:ext cx="8424862" cy="648071"/>
          </a:xfrm>
          <a:prstGeom prst="rect">
            <a:avLst/>
          </a:prstGeom>
        </p:spPr>
        <p:txBody>
          <a:bodyPr/>
          <a:lstStyle>
            <a:lvl1pPr marL="0" indent="0">
              <a:lnSpc>
                <a:spcPts val="2200"/>
              </a:lnSpc>
              <a:buNone/>
              <a:defRPr sz="2400" b="1">
                <a:solidFill>
                  <a:srgbClr val="BD2B0B"/>
                </a:solidFill>
                <a:latin typeface="+mj-lt"/>
              </a:defRPr>
            </a:lvl1pPr>
          </a:lstStyle>
          <a:p>
            <a:pPr lvl="0"/>
            <a:r>
              <a:rPr lang="it-IT"/>
              <a:t>Fare clic per modificare il titolo della diapositiva</a:t>
            </a:r>
          </a:p>
        </p:txBody>
      </p:sp>
    </p:spTree>
    <p:extLst>
      <p:ext uri="{BB962C8B-B14F-4D97-AF65-F5344CB8AC3E}">
        <p14:creationId xmlns:p14="http://schemas.microsoft.com/office/powerpoint/2010/main" val="39702583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yout CHIUSURA">
    <p:spTree>
      <p:nvGrpSpPr>
        <p:cNvPr id="1" name=""/>
        <p:cNvGrpSpPr/>
        <p:nvPr/>
      </p:nvGrpSpPr>
      <p:grpSpPr>
        <a:xfrm>
          <a:off x="0" y="0"/>
          <a:ext cx="0" cy="0"/>
          <a:chOff x="0" y="0"/>
          <a:chExt cx="0" cy="0"/>
        </a:xfrm>
      </p:grpSpPr>
      <p:sp>
        <p:nvSpPr>
          <p:cNvPr id="8" name="Segnaposto testo 7"/>
          <p:cNvSpPr>
            <a:spLocks noGrp="1"/>
          </p:cNvSpPr>
          <p:nvPr>
            <p:ph type="body" sz="quarter" idx="10" hasCustomPrompt="1"/>
          </p:nvPr>
        </p:nvSpPr>
        <p:spPr>
          <a:xfrm>
            <a:off x="1115616" y="2780928"/>
            <a:ext cx="6912768" cy="432370"/>
          </a:xfrm>
          <a:prstGeom prst="rect">
            <a:avLst/>
          </a:prstGeom>
        </p:spPr>
        <p:txBody>
          <a:bodyPr/>
          <a:lstStyle>
            <a:lvl1pPr marL="0" indent="0" algn="ctr">
              <a:buFontTx/>
              <a:buNone/>
              <a:defRPr sz="2000" b="1">
                <a:solidFill>
                  <a:schemeClr val="tx1">
                    <a:lumMod val="65000"/>
                    <a:lumOff val="35000"/>
                  </a:schemeClr>
                </a:solidFill>
                <a:latin typeface="+mn-lt"/>
              </a:defRPr>
            </a:lvl1pPr>
          </a:lstStyle>
          <a:p>
            <a:pPr lvl="0"/>
            <a:r>
              <a:rPr lang="it-IT"/>
              <a:t>Nome Cognome</a:t>
            </a:r>
          </a:p>
        </p:txBody>
      </p:sp>
      <p:sp>
        <p:nvSpPr>
          <p:cNvPr id="13" name="Segnaposto testo 12"/>
          <p:cNvSpPr>
            <a:spLocks noGrp="1"/>
          </p:cNvSpPr>
          <p:nvPr>
            <p:ph type="body" sz="quarter" idx="11" hasCustomPrompt="1"/>
          </p:nvPr>
        </p:nvSpPr>
        <p:spPr>
          <a:xfrm>
            <a:off x="1079612" y="3573016"/>
            <a:ext cx="6984776" cy="936103"/>
          </a:xfrm>
          <a:prstGeom prst="rect">
            <a:avLst/>
          </a:prstGeom>
        </p:spPr>
        <p:txBody>
          <a:bodyPr/>
          <a:lstStyle>
            <a:lvl1pPr marL="0" indent="0" algn="ctr">
              <a:buFontTx/>
              <a:buNone/>
              <a:defRPr sz="1600">
                <a:solidFill>
                  <a:schemeClr val="tx1">
                    <a:lumMod val="65000"/>
                    <a:lumOff val="35000"/>
                  </a:schemeClr>
                </a:solidFill>
                <a:latin typeface="+mn-lt"/>
              </a:defRPr>
            </a:lvl1pPr>
          </a:lstStyle>
          <a:p>
            <a:pPr lvl="0"/>
            <a:r>
              <a:rPr lang="it-IT"/>
              <a:t>Struttura</a:t>
            </a:r>
          </a:p>
        </p:txBody>
      </p:sp>
      <p:sp>
        <p:nvSpPr>
          <p:cNvPr id="16" name="Segnaposto testo 15"/>
          <p:cNvSpPr>
            <a:spLocks noGrp="1"/>
          </p:cNvSpPr>
          <p:nvPr>
            <p:ph type="body" sz="quarter" idx="12" hasCustomPrompt="1"/>
          </p:nvPr>
        </p:nvSpPr>
        <p:spPr>
          <a:xfrm>
            <a:off x="1042988" y="4725144"/>
            <a:ext cx="7058025" cy="1440160"/>
          </a:xfrm>
          <a:prstGeom prst="rect">
            <a:avLst/>
          </a:prstGeom>
        </p:spPr>
        <p:txBody>
          <a:bodyPr/>
          <a:lstStyle>
            <a:lvl1pPr marL="0" indent="0" algn="ctr">
              <a:buFontTx/>
              <a:buNone/>
              <a:defRPr sz="1300" b="0">
                <a:solidFill>
                  <a:schemeClr val="tx1">
                    <a:lumMod val="65000"/>
                    <a:lumOff val="35000"/>
                  </a:schemeClr>
                </a:solidFill>
                <a:latin typeface="+mn-lt"/>
              </a:defRPr>
            </a:lvl1pPr>
          </a:lstStyle>
          <a:p>
            <a:pPr lvl="0"/>
            <a:r>
              <a:rPr lang="it-IT"/>
              <a:t>nome.cognome@unibo.it</a:t>
            </a:r>
          </a:p>
          <a:p>
            <a:pPr lvl="0"/>
            <a:r>
              <a:rPr lang="it-IT"/>
              <a:t>051 20 99982</a:t>
            </a:r>
          </a:p>
        </p:txBody>
      </p:sp>
    </p:spTree>
    <p:extLst>
      <p:ext uri="{BB962C8B-B14F-4D97-AF65-F5344CB8AC3E}">
        <p14:creationId xmlns:p14="http://schemas.microsoft.com/office/powerpoint/2010/main" val="42494506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Diapositiva semplice">
    <p:spTree>
      <p:nvGrpSpPr>
        <p:cNvPr id="1" name=""/>
        <p:cNvGrpSpPr/>
        <p:nvPr/>
      </p:nvGrpSpPr>
      <p:grpSpPr>
        <a:xfrm>
          <a:off x="0" y="0"/>
          <a:ext cx="0" cy="0"/>
          <a:chOff x="0" y="0"/>
          <a:chExt cx="0" cy="0"/>
        </a:xfrm>
      </p:grpSpPr>
      <p:sp>
        <p:nvSpPr>
          <p:cNvPr id="7" name="Segnaposto testo 7"/>
          <p:cNvSpPr>
            <a:spLocks noGrp="1"/>
          </p:cNvSpPr>
          <p:nvPr>
            <p:ph type="body" sz="quarter" idx="10" hasCustomPrompt="1"/>
          </p:nvPr>
        </p:nvSpPr>
        <p:spPr>
          <a:xfrm>
            <a:off x="395288" y="476673"/>
            <a:ext cx="8424862" cy="648071"/>
          </a:xfrm>
          <a:prstGeom prst="rect">
            <a:avLst/>
          </a:prstGeom>
        </p:spPr>
        <p:txBody>
          <a:bodyPr/>
          <a:lstStyle>
            <a:lvl1pPr marL="0" indent="0">
              <a:lnSpc>
                <a:spcPts val="2200"/>
              </a:lnSpc>
              <a:buNone/>
              <a:defRPr sz="2400" b="1">
                <a:solidFill>
                  <a:srgbClr val="BD2B0B"/>
                </a:solidFill>
                <a:latin typeface="+mj-lt"/>
              </a:defRPr>
            </a:lvl1pPr>
          </a:lstStyle>
          <a:p>
            <a:pPr lvl="0"/>
            <a:r>
              <a:rPr lang="it-IT"/>
              <a:t>Fare clic per modificare il titolo della diapositiva</a:t>
            </a:r>
          </a:p>
        </p:txBody>
      </p:sp>
      <p:sp>
        <p:nvSpPr>
          <p:cNvPr id="9" name="Segnaposto testo 7"/>
          <p:cNvSpPr>
            <a:spLocks noGrp="1"/>
          </p:cNvSpPr>
          <p:nvPr>
            <p:ph type="body" sz="quarter" idx="11" hasCustomPrompt="1"/>
          </p:nvPr>
        </p:nvSpPr>
        <p:spPr>
          <a:xfrm>
            <a:off x="395288" y="1412875"/>
            <a:ext cx="8424862" cy="4320381"/>
          </a:xfrm>
          <a:prstGeom prst="rect">
            <a:avLst/>
          </a:prstGeom>
        </p:spPr>
        <p:txBody>
          <a:bodyPr/>
          <a:lstStyle>
            <a:lvl1pPr marL="0" indent="0">
              <a:buFont typeface="Arial" panose="020B0604020202020204" pitchFamily="34" charset="0"/>
              <a:buNone/>
              <a:defRPr sz="1800" baseline="0">
                <a:latin typeface="+mn-lt"/>
              </a:defRPr>
            </a:lvl1pPr>
          </a:lstStyle>
          <a:p>
            <a:pPr lvl="0"/>
            <a:r>
              <a:rPr lang="it-IT"/>
              <a:t>Fare clic per modificare il testo</a:t>
            </a:r>
          </a:p>
        </p:txBody>
      </p:sp>
    </p:spTree>
    <p:extLst>
      <p:ext uri="{BB962C8B-B14F-4D97-AF65-F5344CB8AC3E}">
        <p14:creationId xmlns:p14="http://schemas.microsoft.com/office/powerpoint/2010/main" val="943867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163D9-C7AC-075D-E196-6352EC1E067C}"/>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endParaRPr lang="it-IT"/>
          </a:p>
        </p:txBody>
      </p:sp>
      <p:sp>
        <p:nvSpPr>
          <p:cNvPr id="3" name="Subtitle 2">
            <a:extLst>
              <a:ext uri="{FF2B5EF4-FFF2-40B4-BE49-F238E27FC236}">
                <a16:creationId xmlns:a16="http://schemas.microsoft.com/office/drawing/2014/main" id="{3CA7F611-904D-5071-5EE1-CC18E5A89CA0}"/>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it-IT"/>
          </a:p>
        </p:txBody>
      </p:sp>
      <p:sp>
        <p:nvSpPr>
          <p:cNvPr id="4" name="Date Placeholder 3">
            <a:extLst>
              <a:ext uri="{FF2B5EF4-FFF2-40B4-BE49-F238E27FC236}">
                <a16:creationId xmlns:a16="http://schemas.microsoft.com/office/drawing/2014/main" id="{1CB0FE5E-D0BB-4354-1BDC-0DBB801E9DC4}"/>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C746BE92-0F40-7573-AD5E-6EEBC9771DDD}"/>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24B0DB6F-470F-CC24-9360-635F977698D4}"/>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00544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59C2F-3F9A-DDA4-E96E-2825346CA112}"/>
              </a:ext>
            </a:extLst>
          </p:cNvPr>
          <p:cNvSpPr>
            <a:spLocks noGrp="1"/>
          </p:cNvSpPr>
          <p:nvPr>
            <p:ph type="title"/>
          </p:nvPr>
        </p:nvSpPr>
        <p:spPr/>
        <p:txBody>
          <a:bodyPr/>
          <a:lstStyle/>
          <a:p>
            <a:r>
              <a:rPr lang="en-US"/>
              <a:t>Click to edit Master title style</a:t>
            </a:r>
            <a:endParaRPr lang="it-IT"/>
          </a:p>
        </p:txBody>
      </p:sp>
      <p:sp>
        <p:nvSpPr>
          <p:cNvPr id="3" name="Content Placeholder 2">
            <a:extLst>
              <a:ext uri="{FF2B5EF4-FFF2-40B4-BE49-F238E27FC236}">
                <a16:creationId xmlns:a16="http://schemas.microsoft.com/office/drawing/2014/main" id="{3C58A767-B5C7-E28D-CBA7-D4A4DAF432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663EF1BE-8A64-BC5D-0372-91CAD938EDF0}"/>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66413010-0E07-15DD-9C42-D667D9E5A4F9}"/>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22097358-D2EF-CAE1-C2BB-5CFB4E5F5552}"/>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17562287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FB949-2E1F-F7CC-CB8D-D0145B2F9103}"/>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endParaRPr lang="it-IT"/>
          </a:p>
        </p:txBody>
      </p:sp>
      <p:sp>
        <p:nvSpPr>
          <p:cNvPr id="3" name="Text Placeholder 2">
            <a:extLst>
              <a:ext uri="{FF2B5EF4-FFF2-40B4-BE49-F238E27FC236}">
                <a16:creationId xmlns:a16="http://schemas.microsoft.com/office/drawing/2014/main" id="{12D97029-A892-63B4-5D86-4D88FB3E5F86}"/>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7F5168F-64F6-0C15-F0C9-723007A328B1}"/>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DD47B782-B8B9-D4B9-9AFF-E92A93105EE0}"/>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33015CB0-B30A-180A-8917-0831D620C332}"/>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35769580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B374C-60B1-BB42-F72F-22D8E9AED27E}"/>
              </a:ext>
            </a:extLst>
          </p:cNvPr>
          <p:cNvSpPr>
            <a:spLocks noGrp="1"/>
          </p:cNvSpPr>
          <p:nvPr>
            <p:ph type="title"/>
          </p:nvPr>
        </p:nvSpPr>
        <p:spPr/>
        <p:txBody>
          <a:bodyPr/>
          <a:lstStyle/>
          <a:p>
            <a:r>
              <a:rPr lang="en-US"/>
              <a:t>Click to edit Master title style</a:t>
            </a:r>
            <a:endParaRPr lang="it-IT"/>
          </a:p>
        </p:txBody>
      </p:sp>
      <p:sp>
        <p:nvSpPr>
          <p:cNvPr id="3" name="Content Placeholder 2">
            <a:extLst>
              <a:ext uri="{FF2B5EF4-FFF2-40B4-BE49-F238E27FC236}">
                <a16:creationId xmlns:a16="http://schemas.microsoft.com/office/drawing/2014/main" id="{7F7D5EFC-9D2A-B9DB-F988-66758404E42F}"/>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Content Placeholder 3">
            <a:extLst>
              <a:ext uri="{FF2B5EF4-FFF2-40B4-BE49-F238E27FC236}">
                <a16:creationId xmlns:a16="http://schemas.microsoft.com/office/drawing/2014/main" id="{4DD63494-2099-D7A3-0884-FB59832DEB3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5" name="Date Placeholder 4">
            <a:extLst>
              <a:ext uri="{FF2B5EF4-FFF2-40B4-BE49-F238E27FC236}">
                <a16:creationId xmlns:a16="http://schemas.microsoft.com/office/drawing/2014/main" id="{8FADE6DC-26A3-8D5E-B159-7C37D92B0051}"/>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6" name="Footer Placeholder 5">
            <a:extLst>
              <a:ext uri="{FF2B5EF4-FFF2-40B4-BE49-F238E27FC236}">
                <a16:creationId xmlns:a16="http://schemas.microsoft.com/office/drawing/2014/main" id="{28D4E253-135E-1442-F1BB-DF94676E0292}"/>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5CF75378-1C8E-7814-6633-1BF91E35C66B}"/>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3957347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94F7F-EEEB-3FF8-D3FF-F59030612010}"/>
              </a:ext>
            </a:extLst>
          </p:cNvPr>
          <p:cNvSpPr>
            <a:spLocks noGrp="1"/>
          </p:cNvSpPr>
          <p:nvPr>
            <p:ph type="title"/>
          </p:nvPr>
        </p:nvSpPr>
        <p:spPr>
          <a:xfrm>
            <a:off x="629841" y="365126"/>
            <a:ext cx="7886700" cy="1325563"/>
          </a:xfrm>
        </p:spPr>
        <p:txBody>
          <a:bodyPr/>
          <a:lstStyle/>
          <a:p>
            <a:r>
              <a:rPr lang="en-US"/>
              <a:t>Click to edit Master title style</a:t>
            </a:r>
            <a:endParaRPr lang="it-IT"/>
          </a:p>
        </p:txBody>
      </p:sp>
      <p:sp>
        <p:nvSpPr>
          <p:cNvPr id="3" name="Text Placeholder 2">
            <a:extLst>
              <a:ext uri="{FF2B5EF4-FFF2-40B4-BE49-F238E27FC236}">
                <a16:creationId xmlns:a16="http://schemas.microsoft.com/office/drawing/2014/main" id="{DF6FA22F-D1C4-1558-F4D1-5E52DADA9746}"/>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3DD34013-9E6A-EA7D-1CC7-067F43C1AC67}"/>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5" name="Text Placeholder 4">
            <a:extLst>
              <a:ext uri="{FF2B5EF4-FFF2-40B4-BE49-F238E27FC236}">
                <a16:creationId xmlns:a16="http://schemas.microsoft.com/office/drawing/2014/main" id="{A5CE3480-EB74-842B-83E9-FEC2FA6343B8}"/>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DA759FC1-C7D7-0F8C-CBC9-85CAF6F32859}"/>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7" name="Date Placeholder 6">
            <a:extLst>
              <a:ext uri="{FF2B5EF4-FFF2-40B4-BE49-F238E27FC236}">
                <a16:creationId xmlns:a16="http://schemas.microsoft.com/office/drawing/2014/main" id="{FC51B8AC-3391-9448-020E-33685E900BDC}"/>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8" name="Footer Placeholder 7">
            <a:extLst>
              <a:ext uri="{FF2B5EF4-FFF2-40B4-BE49-F238E27FC236}">
                <a16:creationId xmlns:a16="http://schemas.microsoft.com/office/drawing/2014/main" id="{C1450DF6-1A94-58EC-3530-215F6A74785E}"/>
              </a:ext>
            </a:extLst>
          </p:cNvPr>
          <p:cNvSpPr>
            <a:spLocks noGrp="1"/>
          </p:cNvSpPr>
          <p:nvPr>
            <p:ph type="ftr" sz="quarter" idx="11"/>
          </p:nvPr>
        </p:nvSpPr>
        <p:spPr/>
        <p:txBody>
          <a:bodyPr/>
          <a:lstStyle/>
          <a:p>
            <a:endParaRPr lang="it-IT"/>
          </a:p>
        </p:txBody>
      </p:sp>
      <p:sp>
        <p:nvSpPr>
          <p:cNvPr id="9" name="Slide Number Placeholder 8">
            <a:extLst>
              <a:ext uri="{FF2B5EF4-FFF2-40B4-BE49-F238E27FC236}">
                <a16:creationId xmlns:a16="http://schemas.microsoft.com/office/drawing/2014/main" id="{C9B2D627-0CFA-1D00-14E4-B154FFBB4CDB}"/>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41310750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5738F-6F6B-9339-C02C-26B4D0688F09}"/>
              </a:ext>
            </a:extLst>
          </p:cNvPr>
          <p:cNvSpPr>
            <a:spLocks noGrp="1"/>
          </p:cNvSpPr>
          <p:nvPr>
            <p:ph type="title"/>
          </p:nvPr>
        </p:nvSpPr>
        <p:spPr/>
        <p:txBody>
          <a:bodyPr/>
          <a:lstStyle/>
          <a:p>
            <a:r>
              <a:rPr lang="en-US"/>
              <a:t>Click to edit Master title style</a:t>
            </a:r>
            <a:endParaRPr lang="it-IT"/>
          </a:p>
        </p:txBody>
      </p:sp>
      <p:sp>
        <p:nvSpPr>
          <p:cNvPr id="3" name="Date Placeholder 2">
            <a:extLst>
              <a:ext uri="{FF2B5EF4-FFF2-40B4-BE49-F238E27FC236}">
                <a16:creationId xmlns:a16="http://schemas.microsoft.com/office/drawing/2014/main" id="{568F3113-FC2E-9B4B-7E12-A0574C49AF62}"/>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4" name="Footer Placeholder 3">
            <a:extLst>
              <a:ext uri="{FF2B5EF4-FFF2-40B4-BE49-F238E27FC236}">
                <a16:creationId xmlns:a16="http://schemas.microsoft.com/office/drawing/2014/main" id="{3A13A5DF-85D4-7C91-DAC4-4BE5A042C746}"/>
              </a:ext>
            </a:extLst>
          </p:cNvPr>
          <p:cNvSpPr>
            <a:spLocks noGrp="1"/>
          </p:cNvSpPr>
          <p:nvPr>
            <p:ph type="ftr" sz="quarter" idx="11"/>
          </p:nvPr>
        </p:nvSpPr>
        <p:spPr/>
        <p:txBody>
          <a:bodyPr/>
          <a:lstStyle/>
          <a:p>
            <a:endParaRPr lang="it-IT"/>
          </a:p>
        </p:txBody>
      </p:sp>
      <p:sp>
        <p:nvSpPr>
          <p:cNvPr id="5" name="Slide Number Placeholder 4">
            <a:extLst>
              <a:ext uri="{FF2B5EF4-FFF2-40B4-BE49-F238E27FC236}">
                <a16:creationId xmlns:a16="http://schemas.microsoft.com/office/drawing/2014/main" id="{2F5711C1-46BB-661B-EF82-868AC9749249}"/>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36725056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89F635B-8722-5E91-7017-C25E20683105}"/>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3" name="Footer Placeholder 2">
            <a:extLst>
              <a:ext uri="{FF2B5EF4-FFF2-40B4-BE49-F238E27FC236}">
                <a16:creationId xmlns:a16="http://schemas.microsoft.com/office/drawing/2014/main" id="{75C3CB52-625A-0464-5AFE-1A318D02B506}"/>
              </a:ext>
            </a:extLst>
          </p:cNvPr>
          <p:cNvSpPr>
            <a:spLocks noGrp="1"/>
          </p:cNvSpPr>
          <p:nvPr>
            <p:ph type="ftr" sz="quarter" idx="11"/>
          </p:nvPr>
        </p:nvSpPr>
        <p:spPr/>
        <p:txBody>
          <a:bodyPr/>
          <a:lstStyle/>
          <a:p>
            <a:endParaRPr lang="it-IT"/>
          </a:p>
        </p:txBody>
      </p:sp>
      <p:sp>
        <p:nvSpPr>
          <p:cNvPr id="4" name="Slide Number Placeholder 3">
            <a:extLst>
              <a:ext uri="{FF2B5EF4-FFF2-40B4-BE49-F238E27FC236}">
                <a16:creationId xmlns:a16="http://schemas.microsoft.com/office/drawing/2014/main" id="{BCBBFC88-E5D4-6845-258F-98090629F5C7}"/>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6261629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16E9A4-60F8-A9D7-7045-E7C18DB425D8}"/>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endParaRPr lang="it-IT"/>
          </a:p>
        </p:txBody>
      </p:sp>
      <p:sp>
        <p:nvSpPr>
          <p:cNvPr id="3" name="Content Placeholder 2">
            <a:extLst>
              <a:ext uri="{FF2B5EF4-FFF2-40B4-BE49-F238E27FC236}">
                <a16:creationId xmlns:a16="http://schemas.microsoft.com/office/drawing/2014/main" id="{D7521B38-EB23-52DE-FA72-252549721B0B}"/>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Text Placeholder 3">
            <a:extLst>
              <a:ext uri="{FF2B5EF4-FFF2-40B4-BE49-F238E27FC236}">
                <a16:creationId xmlns:a16="http://schemas.microsoft.com/office/drawing/2014/main" id="{612970BB-CF62-B895-C88D-F3D1A5E008AF}"/>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C500ECAC-A837-9628-49DB-04E00C39E788}"/>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6" name="Footer Placeholder 5">
            <a:extLst>
              <a:ext uri="{FF2B5EF4-FFF2-40B4-BE49-F238E27FC236}">
                <a16:creationId xmlns:a16="http://schemas.microsoft.com/office/drawing/2014/main" id="{AFC1A62B-572E-57C5-4C53-4EEA19102087}"/>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29AF3361-0E2D-C675-546D-168594C480AF}"/>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18300250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2ED85-BAB6-357D-15F5-F20E3A177928}"/>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endParaRPr lang="it-IT"/>
          </a:p>
        </p:txBody>
      </p:sp>
      <p:sp>
        <p:nvSpPr>
          <p:cNvPr id="3" name="Picture Placeholder 2">
            <a:extLst>
              <a:ext uri="{FF2B5EF4-FFF2-40B4-BE49-F238E27FC236}">
                <a16:creationId xmlns:a16="http://schemas.microsoft.com/office/drawing/2014/main" id="{5B4BD3E2-C7CD-C2F6-B343-E0EDFAC8D50C}"/>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it-IT"/>
          </a:p>
        </p:txBody>
      </p:sp>
      <p:sp>
        <p:nvSpPr>
          <p:cNvPr id="4" name="Text Placeholder 3">
            <a:extLst>
              <a:ext uri="{FF2B5EF4-FFF2-40B4-BE49-F238E27FC236}">
                <a16:creationId xmlns:a16="http://schemas.microsoft.com/office/drawing/2014/main" id="{1BED66C1-522F-157F-327E-C89A11080576}"/>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8DEE897B-DC3A-8071-133E-C9527473E52F}"/>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6" name="Footer Placeholder 5">
            <a:extLst>
              <a:ext uri="{FF2B5EF4-FFF2-40B4-BE49-F238E27FC236}">
                <a16:creationId xmlns:a16="http://schemas.microsoft.com/office/drawing/2014/main" id="{B730B9A9-E456-1364-FB36-1B0FFCE2A681}"/>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385F12D7-F5C0-56E9-801B-B414DDEB9462}"/>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8247115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16303-4039-64C3-ABD2-4F37F9BEDD07}"/>
              </a:ext>
            </a:extLst>
          </p:cNvPr>
          <p:cNvSpPr>
            <a:spLocks noGrp="1"/>
          </p:cNvSpPr>
          <p:nvPr>
            <p:ph type="title"/>
          </p:nvPr>
        </p:nvSpPr>
        <p:spPr/>
        <p:txBody>
          <a:bodyPr/>
          <a:lstStyle/>
          <a:p>
            <a:r>
              <a:rPr lang="en-US"/>
              <a:t>Click to edit Master title style</a:t>
            </a:r>
            <a:endParaRPr lang="it-IT"/>
          </a:p>
        </p:txBody>
      </p:sp>
      <p:sp>
        <p:nvSpPr>
          <p:cNvPr id="3" name="Vertical Text Placeholder 2">
            <a:extLst>
              <a:ext uri="{FF2B5EF4-FFF2-40B4-BE49-F238E27FC236}">
                <a16:creationId xmlns:a16="http://schemas.microsoft.com/office/drawing/2014/main" id="{98251AD4-3AAA-55FF-1412-146B51998F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62C1B9D7-0EA7-6694-707F-6976D7B0F336}"/>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E7351417-CB4C-6A4A-BB1C-B890FECBBBD7}"/>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7945608E-9FEF-3381-1FFC-CC5B91C81B17}"/>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3685217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82D7C77-4343-F83B-2592-720A086D73C4}"/>
              </a:ext>
            </a:extLst>
          </p:cNvPr>
          <p:cNvSpPr>
            <a:spLocks noGrp="1"/>
          </p:cNvSpPr>
          <p:nvPr>
            <p:ph type="title" orient="vert"/>
          </p:nvPr>
        </p:nvSpPr>
        <p:spPr>
          <a:xfrm>
            <a:off x="6543675" y="365125"/>
            <a:ext cx="1971675" cy="5811838"/>
          </a:xfrm>
        </p:spPr>
        <p:txBody>
          <a:bodyPr vert="eaVert"/>
          <a:lstStyle/>
          <a:p>
            <a:r>
              <a:rPr lang="en-US"/>
              <a:t>Click to edit Master title style</a:t>
            </a:r>
            <a:endParaRPr lang="it-IT"/>
          </a:p>
        </p:txBody>
      </p:sp>
      <p:sp>
        <p:nvSpPr>
          <p:cNvPr id="3" name="Vertical Text Placeholder 2">
            <a:extLst>
              <a:ext uri="{FF2B5EF4-FFF2-40B4-BE49-F238E27FC236}">
                <a16:creationId xmlns:a16="http://schemas.microsoft.com/office/drawing/2014/main" id="{7CEB3926-6EBF-1C5B-15D3-D89891ABD648}"/>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0E8BC3BC-032B-CE26-B6BB-91D940775166}"/>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C72050C1-5159-0944-39A2-01BA6DE0DA9B}"/>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F1F15640-8FB6-AD42-E8EC-7C791BB6093F}"/>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9029940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Layout COPERTINA">
    <p:spTree>
      <p:nvGrpSpPr>
        <p:cNvPr id="1" name=""/>
        <p:cNvGrpSpPr/>
        <p:nvPr/>
      </p:nvGrpSpPr>
      <p:grpSpPr>
        <a:xfrm>
          <a:off x="0" y="0"/>
          <a:ext cx="0" cy="0"/>
          <a:chOff x="0" y="0"/>
          <a:chExt cx="0" cy="0"/>
        </a:xfrm>
      </p:grpSpPr>
      <p:sp>
        <p:nvSpPr>
          <p:cNvPr id="3" name="Segnaposto testo 2"/>
          <p:cNvSpPr>
            <a:spLocks noGrp="1"/>
          </p:cNvSpPr>
          <p:nvPr>
            <p:ph type="body" sz="quarter" idx="10" hasCustomPrompt="1"/>
          </p:nvPr>
        </p:nvSpPr>
        <p:spPr>
          <a:xfrm>
            <a:off x="3563888" y="548680"/>
            <a:ext cx="5185023" cy="4536504"/>
          </a:xfrm>
          <a:prstGeom prst="rect">
            <a:avLst/>
          </a:prstGeom>
        </p:spPr>
        <p:txBody>
          <a:bodyPr anchor="ctr" anchorCtr="0"/>
          <a:lstStyle>
            <a:lvl1pPr marL="0" indent="0">
              <a:buNone/>
              <a:defRPr sz="3600" b="1">
                <a:solidFill>
                  <a:schemeClr val="tx1">
                    <a:lumMod val="65000"/>
                    <a:lumOff val="35000"/>
                  </a:schemeClr>
                </a:solidFill>
                <a:latin typeface="+mj-lt"/>
              </a:defRPr>
            </a:lvl1pPr>
          </a:lstStyle>
          <a:p>
            <a:pPr lvl="0"/>
            <a:r>
              <a:rPr lang="it-IT"/>
              <a:t>Fare clic per inserire il titolo della presentazione</a:t>
            </a:r>
          </a:p>
        </p:txBody>
      </p:sp>
      <p:sp>
        <p:nvSpPr>
          <p:cNvPr id="6" name="Segnaposto testo 5"/>
          <p:cNvSpPr>
            <a:spLocks noGrp="1"/>
          </p:cNvSpPr>
          <p:nvPr>
            <p:ph type="body" sz="quarter" idx="11" hasCustomPrompt="1"/>
          </p:nvPr>
        </p:nvSpPr>
        <p:spPr>
          <a:xfrm>
            <a:off x="3563938" y="5379814"/>
            <a:ext cx="5256212" cy="425450"/>
          </a:xfrm>
          <a:prstGeom prst="rect">
            <a:avLst/>
          </a:prstGeom>
        </p:spPr>
        <p:txBody>
          <a:bodyPr/>
          <a:lstStyle>
            <a:lvl1pPr marL="0" indent="0">
              <a:buNone/>
              <a:defRPr sz="2400" b="1">
                <a:solidFill>
                  <a:schemeClr val="tx1">
                    <a:lumMod val="65000"/>
                    <a:lumOff val="35000"/>
                  </a:schemeClr>
                </a:solidFill>
                <a:latin typeface="+mj-lt"/>
              </a:defRPr>
            </a:lvl1pPr>
          </a:lstStyle>
          <a:p>
            <a:pPr lvl="0"/>
            <a:r>
              <a:rPr lang="it-IT"/>
              <a:t>Nome Cognome</a:t>
            </a:r>
          </a:p>
        </p:txBody>
      </p:sp>
      <p:sp>
        <p:nvSpPr>
          <p:cNvPr id="8" name="Segnaposto testo 7"/>
          <p:cNvSpPr>
            <a:spLocks noGrp="1"/>
          </p:cNvSpPr>
          <p:nvPr>
            <p:ph type="body" sz="quarter" idx="12" hasCustomPrompt="1"/>
          </p:nvPr>
        </p:nvSpPr>
        <p:spPr>
          <a:xfrm>
            <a:off x="3563938" y="5877942"/>
            <a:ext cx="5329237" cy="791418"/>
          </a:xfrm>
          <a:prstGeom prst="rect">
            <a:avLst/>
          </a:prstGeom>
        </p:spPr>
        <p:txBody>
          <a:bodyPr/>
          <a:lstStyle>
            <a:lvl1pPr marL="0" indent="0">
              <a:buNone/>
              <a:defRPr sz="2000" baseline="0">
                <a:solidFill>
                  <a:schemeClr val="tx1">
                    <a:lumMod val="65000"/>
                    <a:lumOff val="35000"/>
                  </a:schemeClr>
                </a:solidFill>
                <a:latin typeface="+mj-lt"/>
              </a:defRPr>
            </a:lvl1pPr>
          </a:lstStyle>
          <a:p>
            <a:pPr lvl="0"/>
            <a:r>
              <a:rPr lang="it-IT"/>
              <a:t>Dipartimento/Struttura </a:t>
            </a:r>
            <a:r>
              <a:rPr lang="it-IT" err="1"/>
              <a:t>xxxxxx</a:t>
            </a:r>
            <a:r>
              <a:rPr lang="it-IT"/>
              <a:t> </a:t>
            </a:r>
            <a:r>
              <a:rPr lang="it-IT" err="1"/>
              <a:t>xxxxxxxxxxxx</a:t>
            </a:r>
            <a:r>
              <a:rPr lang="it-IT"/>
              <a:t> </a:t>
            </a:r>
            <a:r>
              <a:rPr lang="it-IT" err="1"/>
              <a:t>xxxxxxxx</a:t>
            </a:r>
            <a:r>
              <a:rPr lang="it-IT"/>
              <a:t> </a:t>
            </a:r>
            <a:r>
              <a:rPr lang="it-IT" err="1"/>
              <a:t>xxxxx</a:t>
            </a:r>
            <a:r>
              <a:rPr lang="it-IT"/>
              <a:t> </a:t>
            </a:r>
            <a:r>
              <a:rPr lang="it-IT" err="1"/>
              <a:t>xxxxxxxxxxxxxxxxxxx</a:t>
            </a:r>
            <a:r>
              <a:rPr lang="it-IT"/>
              <a:t> </a:t>
            </a:r>
            <a:r>
              <a:rPr lang="it-IT" err="1"/>
              <a:t>xxxxx</a:t>
            </a:r>
            <a:endParaRPr lang="it-IT"/>
          </a:p>
        </p:txBody>
      </p:sp>
    </p:spTree>
    <p:extLst>
      <p:ext uri="{BB962C8B-B14F-4D97-AF65-F5344CB8AC3E}">
        <p14:creationId xmlns:p14="http://schemas.microsoft.com/office/powerpoint/2010/main" val="26974866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163D9-C7AC-075D-E196-6352EC1E067C}"/>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endParaRPr lang="it-IT"/>
          </a:p>
        </p:txBody>
      </p:sp>
      <p:sp>
        <p:nvSpPr>
          <p:cNvPr id="3" name="Subtitle 2">
            <a:extLst>
              <a:ext uri="{FF2B5EF4-FFF2-40B4-BE49-F238E27FC236}">
                <a16:creationId xmlns:a16="http://schemas.microsoft.com/office/drawing/2014/main" id="{3CA7F611-904D-5071-5EE1-CC18E5A89CA0}"/>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it-IT"/>
          </a:p>
        </p:txBody>
      </p:sp>
      <p:sp>
        <p:nvSpPr>
          <p:cNvPr id="4" name="Date Placeholder 3">
            <a:extLst>
              <a:ext uri="{FF2B5EF4-FFF2-40B4-BE49-F238E27FC236}">
                <a16:creationId xmlns:a16="http://schemas.microsoft.com/office/drawing/2014/main" id="{1CB0FE5E-D0BB-4354-1BDC-0DBB801E9DC4}"/>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C746BE92-0F40-7573-AD5E-6EEBC9771DDD}"/>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24B0DB6F-470F-CC24-9360-635F977698D4}"/>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7299117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59C2F-3F9A-DDA4-E96E-2825346CA112}"/>
              </a:ext>
            </a:extLst>
          </p:cNvPr>
          <p:cNvSpPr>
            <a:spLocks noGrp="1"/>
          </p:cNvSpPr>
          <p:nvPr>
            <p:ph type="title"/>
          </p:nvPr>
        </p:nvSpPr>
        <p:spPr/>
        <p:txBody>
          <a:bodyPr/>
          <a:lstStyle/>
          <a:p>
            <a:r>
              <a:rPr lang="en-US"/>
              <a:t>Click to edit Master title style</a:t>
            </a:r>
            <a:endParaRPr lang="it-IT"/>
          </a:p>
        </p:txBody>
      </p:sp>
      <p:sp>
        <p:nvSpPr>
          <p:cNvPr id="3" name="Content Placeholder 2">
            <a:extLst>
              <a:ext uri="{FF2B5EF4-FFF2-40B4-BE49-F238E27FC236}">
                <a16:creationId xmlns:a16="http://schemas.microsoft.com/office/drawing/2014/main" id="{3C58A767-B5C7-E28D-CBA7-D4A4DAF432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663EF1BE-8A64-BC5D-0372-91CAD938EDF0}"/>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66413010-0E07-15DD-9C42-D667D9E5A4F9}"/>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22097358-D2EF-CAE1-C2BB-5CFB4E5F5552}"/>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6094052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FB949-2E1F-F7CC-CB8D-D0145B2F9103}"/>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endParaRPr lang="it-IT"/>
          </a:p>
        </p:txBody>
      </p:sp>
      <p:sp>
        <p:nvSpPr>
          <p:cNvPr id="3" name="Text Placeholder 2">
            <a:extLst>
              <a:ext uri="{FF2B5EF4-FFF2-40B4-BE49-F238E27FC236}">
                <a16:creationId xmlns:a16="http://schemas.microsoft.com/office/drawing/2014/main" id="{12D97029-A892-63B4-5D86-4D88FB3E5F86}"/>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7F5168F-64F6-0C15-F0C9-723007A328B1}"/>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DD47B782-B8B9-D4B9-9AFF-E92A93105EE0}"/>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33015CB0-B30A-180A-8917-0831D620C332}"/>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86292704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B374C-60B1-BB42-F72F-22D8E9AED27E}"/>
              </a:ext>
            </a:extLst>
          </p:cNvPr>
          <p:cNvSpPr>
            <a:spLocks noGrp="1"/>
          </p:cNvSpPr>
          <p:nvPr>
            <p:ph type="title"/>
          </p:nvPr>
        </p:nvSpPr>
        <p:spPr/>
        <p:txBody>
          <a:bodyPr/>
          <a:lstStyle/>
          <a:p>
            <a:r>
              <a:rPr lang="en-US"/>
              <a:t>Click to edit Master title style</a:t>
            </a:r>
            <a:endParaRPr lang="it-IT"/>
          </a:p>
        </p:txBody>
      </p:sp>
      <p:sp>
        <p:nvSpPr>
          <p:cNvPr id="3" name="Content Placeholder 2">
            <a:extLst>
              <a:ext uri="{FF2B5EF4-FFF2-40B4-BE49-F238E27FC236}">
                <a16:creationId xmlns:a16="http://schemas.microsoft.com/office/drawing/2014/main" id="{7F7D5EFC-9D2A-B9DB-F988-66758404E42F}"/>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Content Placeholder 3">
            <a:extLst>
              <a:ext uri="{FF2B5EF4-FFF2-40B4-BE49-F238E27FC236}">
                <a16:creationId xmlns:a16="http://schemas.microsoft.com/office/drawing/2014/main" id="{4DD63494-2099-D7A3-0884-FB59832DEB3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5" name="Date Placeholder 4">
            <a:extLst>
              <a:ext uri="{FF2B5EF4-FFF2-40B4-BE49-F238E27FC236}">
                <a16:creationId xmlns:a16="http://schemas.microsoft.com/office/drawing/2014/main" id="{8FADE6DC-26A3-8D5E-B159-7C37D92B0051}"/>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6" name="Footer Placeholder 5">
            <a:extLst>
              <a:ext uri="{FF2B5EF4-FFF2-40B4-BE49-F238E27FC236}">
                <a16:creationId xmlns:a16="http://schemas.microsoft.com/office/drawing/2014/main" id="{28D4E253-135E-1442-F1BB-DF94676E0292}"/>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5CF75378-1C8E-7814-6633-1BF91E35C66B}"/>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75785664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94F7F-EEEB-3FF8-D3FF-F59030612010}"/>
              </a:ext>
            </a:extLst>
          </p:cNvPr>
          <p:cNvSpPr>
            <a:spLocks noGrp="1"/>
          </p:cNvSpPr>
          <p:nvPr>
            <p:ph type="title"/>
          </p:nvPr>
        </p:nvSpPr>
        <p:spPr>
          <a:xfrm>
            <a:off x="629841" y="365126"/>
            <a:ext cx="7886700" cy="1325563"/>
          </a:xfrm>
        </p:spPr>
        <p:txBody>
          <a:bodyPr/>
          <a:lstStyle/>
          <a:p>
            <a:r>
              <a:rPr lang="en-US"/>
              <a:t>Click to edit Master title style</a:t>
            </a:r>
            <a:endParaRPr lang="it-IT"/>
          </a:p>
        </p:txBody>
      </p:sp>
      <p:sp>
        <p:nvSpPr>
          <p:cNvPr id="3" name="Text Placeholder 2">
            <a:extLst>
              <a:ext uri="{FF2B5EF4-FFF2-40B4-BE49-F238E27FC236}">
                <a16:creationId xmlns:a16="http://schemas.microsoft.com/office/drawing/2014/main" id="{DF6FA22F-D1C4-1558-F4D1-5E52DADA9746}"/>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3DD34013-9E6A-EA7D-1CC7-067F43C1AC67}"/>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5" name="Text Placeholder 4">
            <a:extLst>
              <a:ext uri="{FF2B5EF4-FFF2-40B4-BE49-F238E27FC236}">
                <a16:creationId xmlns:a16="http://schemas.microsoft.com/office/drawing/2014/main" id="{A5CE3480-EB74-842B-83E9-FEC2FA6343B8}"/>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DA759FC1-C7D7-0F8C-CBC9-85CAF6F32859}"/>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7" name="Date Placeholder 6">
            <a:extLst>
              <a:ext uri="{FF2B5EF4-FFF2-40B4-BE49-F238E27FC236}">
                <a16:creationId xmlns:a16="http://schemas.microsoft.com/office/drawing/2014/main" id="{FC51B8AC-3391-9448-020E-33685E900BDC}"/>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8" name="Footer Placeholder 7">
            <a:extLst>
              <a:ext uri="{FF2B5EF4-FFF2-40B4-BE49-F238E27FC236}">
                <a16:creationId xmlns:a16="http://schemas.microsoft.com/office/drawing/2014/main" id="{C1450DF6-1A94-58EC-3530-215F6A74785E}"/>
              </a:ext>
            </a:extLst>
          </p:cNvPr>
          <p:cNvSpPr>
            <a:spLocks noGrp="1"/>
          </p:cNvSpPr>
          <p:nvPr>
            <p:ph type="ftr" sz="quarter" idx="11"/>
          </p:nvPr>
        </p:nvSpPr>
        <p:spPr/>
        <p:txBody>
          <a:bodyPr/>
          <a:lstStyle/>
          <a:p>
            <a:endParaRPr lang="it-IT"/>
          </a:p>
        </p:txBody>
      </p:sp>
      <p:sp>
        <p:nvSpPr>
          <p:cNvPr id="9" name="Slide Number Placeholder 8">
            <a:extLst>
              <a:ext uri="{FF2B5EF4-FFF2-40B4-BE49-F238E27FC236}">
                <a16:creationId xmlns:a16="http://schemas.microsoft.com/office/drawing/2014/main" id="{C9B2D627-0CFA-1D00-14E4-B154FFBB4CDB}"/>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46576701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5738F-6F6B-9339-C02C-26B4D0688F09}"/>
              </a:ext>
            </a:extLst>
          </p:cNvPr>
          <p:cNvSpPr>
            <a:spLocks noGrp="1"/>
          </p:cNvSpPr>
          <p:nvPr>
            <p:ph type="title"/>
          </p:nvPr>
        </p:nvSpPr>
        <p:spPr/>
        <p:txBody>
          <a:bodyPr/>
          <a:lstStyle/>
          <a:p>
            <a:r>
              <a:rPr lang="en-US"/>
              <a:t>Click to edit Master title style</a:t>
            </a:r>
            <a:endParaRPr lang="it-IT"/>
          </a:p>
        </p:txBody>
      </p:sp>
      <p:sp>
        <p:nvSpPr>
          <p:cNvPr id="3" name="Date Placeholder 2">
            <a:extLst>
              <a:ext uri="{FF2B5EF4-FFF2-40B4-BE49-F238E27FC236}">
                <a16:creationId xmlns:a16="http://schemas.microsoft.com/office/drawing/2014/main" id="{568F3113-FC2E-9B4B-7E12-A0574C49AF62}"/>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4" name="Footer Placeholder 3">
            <a:extLst>
              <a:ext uri="{FF2B5EF4-FFF2-40B4-BE49-F238E27FC236}">
                <a16:creationId xmlns:a16="http://schemas.microsoft.com/office/drawing/2014/main" id="{3A13A5DF-85D4-7C91-DAC4-4BE5A042C746}"/>
              </a:ext>
            </a:extLst>
          </p:cNvPr>
          <p:cNvSpPr>
            <a:spLocks noGrp="1"/>
          </p:cNvSpPr>
          <p:nvPr>
            <p:ph type="ftr" sz="quarter" idx="11"/>
          </p:nvPr>
        </p:nvSpPr>
        <p:spPr/>
        <p:txBody>
          <a:bodyPr/>
          <a:lstStyle/>
          <a:p>
            <a:endParaRPr lang="it-IT"/>
          </a:p>
        </p:txBody>
      </p:sp>
      <p:sp>
        <p:nvSpPr>
          <p:cNvPr id="5" name="Slide Number Placeholder 4">
            <a:extLst>
              <a:ext uri="{FF2B5EF4-FFF2-40B4-BE49-F238E27FC236}">
                <a16:creationId xmlns:a16="http://schemas.microsoft.com/office/drawing/2014/main" id="{2F5711C1-46BB-661B-EF82-868AC9749249}"/>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81378995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89F635B-8722-5E91-7017-C25E20683105}"/>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3" name="Footer Placeholder 2">
            <a:extLst>
              <a:ext uri="{FF2B5EF4-FFF2-40B4-BE49-F238E27FC236}">
                <a16:creationId xmlns:a16="http://schemas.microsoft.com/office/drawing/2014/main" id="{75C3CB52-625A-0464-5AFE-1A318D02B506}"/>
              </a:ext>
            </a:extLst>
          </p:cNvPr>
          <p:cNvSpPr>
            <a:spLocks noGrp="1"/>
          </p:cNvSpPr>
          <p:nvPr>
            <p:ph type="ftr" sz="quarter" idx="11"/>
          </p:nvPr>
        </p:nvSpPr>
        <p:spPr/>
        <p:txBody>
          <a:bodyPr/>
          <a:lstStyle/>
          <a:p>
            <a:endParaRPr lang="it-IT"/>
          </a:p>
        </p:txBody>
      </p:sp>
      <p:sp>
        <p:nvSpPr>
          <p:cNvPr id="4" name="Slide Number Placeholder 3">
            <a:extLst>
              <a:ext uri="{FF2B5EF4-FFF2-40B4-BE49-F238E27FC236}">
                <a16:creationId xmlns:a16="http://schemas.microsoft.com/office/drawing/2014/main" id="{BCBBFC88-E5D4-6845-258F-98090629F5C7}"/>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8956691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16E9A4-60F8-A9D7-7045-E7C18DB425D8}"/>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endParaRPr lang="it-IT"/>
          </a:p>
        </p:txBody>
      </p:sp>
      <p:sp>
        <p:nvSpPr>
          <p:cNvPr id="3" name="Content Placeholder 2">
            <a:extLst>
              <a:ext uri="{FF2B5EF4-FFF2-40B4-BE49-F238E27FC236}">
                <a16:creationId xmlns:a16="http://schemas.microsoft.com/office/drawing/2014/main" id="{D7521B38-EB23-52DE-FA72-252549721B0B}"/>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Text Placeholder 3">
            <a:extLst>
              <a:ext uri="{FF2B5EF4-FFF2-40B4-BE49-F238E27FC236}">
                <a16:creationId xmlns:a16="http://schemas.microsoft.com/office/drawing/2014/main" id="{612970BB-CF62-B895-C88D-F3D1A5E008AF}"/>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C500ECAC-A837-9628-49DB-04E00C39E788}"/>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6" name="Footer Placeholder 5">
            <a:extLst>
              <a:ext uri="{FF2B5EF4-FFF2-40B4-BE49-F238E27FC236}">
                <a16:creationId xmlns:a16="http://schemas.microsoft.com/office/drawing/2014/main" id="{AFC1A62B-572E-57C5-4C53-4EEA19102087}"/>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29AF3361-0E2D-C675-546D-168594C480AF}"/>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392520534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2ED85-BAB6-357D-15F5-F20E3A177928}"/>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endParaRPr lang="it-IT"/>
          </a:p>
        </p:txBody>
      </p:sp>
      <p:sp>
        <p:nvSpPr>
          <p:cNvPr id="3" name="Picture Placeholder 2">
            <a:extLst>
              <a:ext uri="{FF2B5EF4-FFF2-40B4-BE49-F238E27FC236}">
                <a16:creationId xmlns:a16="http://schemas.microsoft.com/office/drawing/2014/main" id="{5B4BD3E2-C7CD-C2F6-B343-E0EDFAC8D50C}"/>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it-IT"/>
          </a:p>
        </p:txBody>
      </p:sp>
      <p:sp>
        <p:nvSpPr>
          <p:cNvPr id="4" name="Text Placeholder 3">
            <a:extLst>
              <a:ext uri="{FF2B5EF4-FFF2-40B4-BE49-F238E27FC236}">
                <a16:creationId xmlns:a16="http://schemas.microsoft.com/office/drawing/2014/main" id="{1BED66C1-522F-157F-327E-C89A11080576}"/>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8DEE897B-DC3A-8071-133E-C9527473E52F}"/>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6" name="Footer Placeholder 5">
            <a:extLst>
              <a:ext uri="{FF2B5EF4-FFF2-40B4-BE49-F238E27FC236}">
                <a16:creationId xmlns:a16="http://schemas.microsoft.com/office/drawing/2014/main" id="{B730B9A9-E456-1364-FB36-1B0FFCE2A681}"/>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385F12D7-F5C0-56E9-801B-B414DDEB9462}"/>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39881546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16303-4039-64C3-ABD2-4F37F9BEDD07}"/>
              </a:ext>
            </a:extLst>
          </p:cNvPr>
          <p:cNvSpPr>
            <a:spLocks noGrp="1"/>
          </p:cNvSpPr>
          <p:nvPr>
            <p:ph type="title"/>
          </p:nvPr>
        </p:nvSpPr>
        <p:spPr/>
        <p:txBody>
          <a:bodyPr/>
          <a:lstStyle/>
          <a:p>
            <a:r>
              <a:rPr lang="en-US"/>
              <a:t>Click to edit Master title style</a:t>
            </a:r>
            <a:endParaRPr lang="it-IT"/>
          </a:p>
        </p:txBody>
      </p:sp>
      <p:sp>
        <p:nvSpPr>
          <p:cNvPr id="3" name="Vertical Text Placeholder 2">
            <a:extLst>
              <a:ext uri="{FF2B5EF4-FFF2-40B4-BE49-F238E27FC236}">
                <a16:creationId xmlns:a16="http://schemas.microsoft.com/office/drawing/2014/main" id="{98251AD4-3AAA-55FF-1412-146B51998F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62C1B9D7-0EA7-6694-707F-6976D7B0F336}"/>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E7351417-CB4C-6A4A-BB1C-B890FECBBBD7}"/>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7945608E-9FEF-3381-1FFC-CC5B91C81B17}"/>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364881469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82D7C77-4343-F83B-2592-720A086D73C4}"/>
              </a:ext>
            </a:extLst>
          </p:cNvPr>
          <p:cNvSpPr>
            <a:spLocks noGrp="1"/>
          </p:cNvSpPr>
          <p:nvPr>
            <p:ph type="title" orient="vert"/>
          </p:nvPr>
        </p:nvSpPr>
        <p:spPr>
          <a:xfrm>
            <a:off x="6543675" y="365125"/>
            <a:ext cx="1971675" cy="5811838"/>
          </a:xfrm>
        </p:spPr>
        <p:txBody>
          <a:bodyPr vert="eaVert"/>
          <a:lstStyle/>
          <a:p>
            <a:r>
              <a:rPr lang="en-US"/>
              <a:t>Click to edit Master title style</a:t>
            </a:r>
            <a:endParaRPr lang="it-IT"/>
          </a:p>
        </p:txBody>
      </p:sp>
      <p:sp>
        <p:nvSpPr>
          <p:cNvPr id="3" name="Vertical Text Placeholder 2">
            <a:extLst>
              <a:ext uri="{FF2B5EF4-FFF2-40B4-BE49-F238E27FC236}">
                <a16:creationId xmlns:a16="http://schemas.microsoft.com/office/drawing/2014/main" id="{7CEB3926-6EBF-1C5B-15D3-D89891ABD648}"/>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0E8BC3BC-032B-CE26-B6BB-91D940775166}"/>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C72050C1-5159-0944-39A2-01BA6DE0DA9B}"/>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F1F15640-8FB6-AD42-E8EC-7C791BB6093F}"/>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1984639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Diapositiva semplice">
    <p:spTree>
      <p:nvGrpSpPr>
        <p:cNvPr id="1" name=""/>
        <p:cNvGrpSpPr/>
        <p:nvPr/>
      </p:nvGrpSpPr>
      <p:grpSpPr>
        <a:xfrm>
          <a:off x="0" y="0"/>
          <a:ext cx="0" cy="0"/>
          <a:chOff x="0" y="0"/>
          <a:chExt cx="0" cy="0"/>
        </a:xfrm>
      </p:grpSpPr>
      <p:sp>
        <p:nvSpPr>
          <p:cNvPr id="7" name="Segnaposto testo 7"/>
          <p:cNvSpPr>
            <a:spLocks noGrp="1"/>
          </p:cNvSpPr>
          <p:nvPr>
            <p:ph type="body" sz="quarter" idx="10" hasCustomPrompt="1"/>
          </p:nvPr>
        </p:nvSpPr>
        <p:spPr>
          <a:xfrm>
            <a:off x="395288" y="476673"/>
            <a:ext cx="8424862" cy="648071"/>
          </a:xfrm>
          <a:prstGeom prst="rect">
            <a:avLst/>
          </a:prstGeom>
        </p:spPr>
        <p:txBody>
          <a:bodyPr/>
          <a:lstStyle>
            <a:lvl1pPr marL="0" indent="0">
              <a:lnSpc>
                <a:spcPts val="2200"/>
              </a:lnSpc>
              <a:buNone/>
              <a:defRPr sz="2400" b="1">
                <a:solidFill>
                  <a:srgbClr val="BD2B0B"/>
                </a:solidFill>
                <a:latin typeface="+mj-lt"/>
              </a:defRPr>
            </a:lvl1pPr>
          </a:lstStyle>
          <a:p>
            <a:pPr lvl="0"/>
            <a:r>
              <a:rPr lang="it-IT"/>
              <a:t>Fare clic per modificare il titolo della diapositiva</a:t>
            </a:r>
          </a:p>
        </p:txBody>
      </p:sp>
      <p:sp>
        <p:nvSpPr>
          <p:cNvPr id="9" name="Segnaposto testo 7"/>
          <p:cNvSpPr>
            <a:spLocks noGrp="1"/>
          </p:cNvSpPr>
          <p:nvPr>
            <p:ph type="body" sz="quarter" idx="11" hasCustomPrompt="1"/>
          </p:nvPr>
        </p:nvSpPr>
        <p:spPr>
          <a:xfrm>
            <a:off x="395288" y="1412875"/>
            <a:ext cx="8424862" cy="4320381"/>
          </a:xfrm>
          <a:prstGeom prst="rect">
            <a:avLst/>
          </a:prstGeom>
        </p:spPr>
        <p:txBody>
          <a:bodyPr/>
          <a:lstStyle>
            <a:lvl1pPr marL="0" indent="0">
              <a:buFont typeface="Arial" panose="020B0604020202020204" pitchFamily="34" charset="0"/>
              <a:buNone/>
              <a:defRPr sz="1800" baseline="0">
                <a:latin typeface="+mn-lt"/>
              </a:defRPr>
            </a:lvl1pPr>
          </a:lstStyle>
          <a:p>
            <a:pPr lvl="0"/>
            <a:r>
              <a:rPr lang="it-IT"/>
              <a:t>Fare clic per modificare il testo</a:t>
            </a:r>
          </a:p>
        </p:txBody>
      </p:sp>
    </p:spTree>
    <p:extLst>
      <p:ext uri="{BB962C8B-B14F-4D97-AF65-F5344CB8AC3E}">
        <p14:creationId xmlns:p14="http://schemas.microsoft.com/office/powerpoint/2010/main" val="337177225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163D9-C7AC-075D-E196-6352EC1E067C}"/>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endParaRPr lang="it-IT"/>
          </a:p>
        </p:txBody>
      </p:sp>
      <p:sp>
        <p:nvSpPr>
          <p:cNvPr id="3" name="Subtitle 2">
            <a:extLst>
              <a:ext uri="{FF2B5EF4-FFF2-40B4-BE49-F238E27FC236}">
                <a16:creationId xmlns:a16="http://schemas.microsoft.com/office/drawing/2014/main" id="{3CA7F611-904D-5071-5EE1-CC18E5A89CA0}"/>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it-IT"/>
          </a:p>
        </p:txBody>
      </p:sp>
      <p:sp>
        <p:nvSpPr>
          <p:cNvPr id="4" name="Date Placeholder 3">
            <a:extLst>
              <a:ext uri="{FF2B5EF4-FFF2-40B4-BE49-F238E27FC236}">
                <a16:creationId xmlns:a16="http://schemas.microsoft.com/office/drawing/2014/main" id="{1CB0FE5E-D0BB-4354-1BDC-0DBB801E9DC4}"/>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C746BE92-0F40-7573-AD5E-6EEBC9771DDD}"/>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24B0DB6F-470F-CC24-9360-635F977698D4}"/>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56887023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59C2F-3F9A-DDA4-E96E-2825346CA112}"/>
              </a:ext>
            </a:extLst>
          </p:cNvPr>
          <p:cNvSpPr>
            <a:spLocks noGrp="1"/>
          </p:cNvSpPr>
          <p:nvPr>
            <p:ph type="title"/>
          </p:nvPr>
        </p:nvSpPr>
        <p:spPr/>
        <p:txBody>
          <a:bodyPr/>
          <a:lstStyle/>
          <a:p>
            <a:r>
              <a:rPr lang="en-US"/>
              <a:t>Click to edit Master title style</a:t>
            </a:r>
            <a:endParaRPr lang="it-IT"/>
          </a:p>
        </p:txBody>
      </p:sp>
      <p:sp>
        <p:nvSpPr>
          <p:cNvPr id="3" name="Content Placeholder 2">
            <a:extLst>
              <a:ext uri="{FF2B5EF4-FFF2-40B4-BE49-F238E27FC236}">
                <a16:creationId xmlns:a16="http://schemas.microsoft.com/office/drawing/2014/main" id="{3C58A767-B5C7-E28D-CBA7-D4A4DAF432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663EF1BE-8A64-BC5D-0372-91CAD938EDF0}"/>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66413010-0E07-15DD-9C42-D667D9E5A4F9}"/>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22097358-D2EF-CAE1-C2BB-5CFB4E5F5552}"/>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3307422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FB949-2E1F-F7CC-CB8D-D0145B2F9103}"/>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endParaRPr lang="it-IT"/>
          </a:p>
        </p:txBody>
      </p:sp>
      <p:sp>
        <p:nvSpPr>
          <p:cNvPr id="3" name="Text Placeholder 2">
            <a:extLst>
              <a:ext uri="{FF2B5EF4-FFF2-40B4-BE49-F238E27FC236}">
                <a16:creationId xmlns:a16="http://schemas.microsoft.com/office/drawing/2014/main" id="{12D97029-A892-63B4-5D86-4D88FB3E5F86}"/>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7F5168F-64F6-0C15-F0C9-723007A328B1}"/>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DD47B782-B8B9-D4B9-9AFF-E92A93105EE0}"/>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33015CB0-B30A-180A-8917-0831D620C332}"/>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7478029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B374C-60B1-BB42-F72F-22D8E9AED27E}"/>
              </a:ext>
            </a:extLst>
          </p:cNvPr>
          <p:cNvSpPr>
            <a:spLocks noGrp="1"/>
          </p:cNvSpPr>
          <p:nvPr>
            <p:ph type="title"/>
          </p:nvPr>
        </p:nvSpPr>
        <p:spPr/>
        <p:txBody>
          <a:bodyPr/>
          <a:lstStyle/>
          <a:p>
            <a:r>
              <a:rPr lang="en-US"/>
              <a:t>Click to edit Master title style</a:t>
            </a:r>
            <a:endParaRPr lang="it-IT"/>
          </a:p>
        </p:txBody>
      </p:sp>
      <p:sp>
        <p:nvSpPr>
          <p:cNvPr id="3" name="Content Placeholder 2">
            <a:extLst>
              <a:ext uri="{FF2B5EF4-FFF2-40B4-BE49-F238E27FC236}">
                <a16:creationId xmlns:a16="http://schemas.microsoft.com/office/drawing/2014/main" id="{7F7D5EFC-9D2A-B9DB-F988-66758404E42F}"/>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Content Placeholder 3">
            <a:extLst>
              <a:ext uri="{FF2B5EF4-FFF2-40B4-BE49-F238E27FC236}">
                <a16:creationId xmlns:a16="http://schemas.microsoft.com/office/drawing/2014/main" id="{4DD63494-2099-D7A3-0884-FB59832DEB3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5" name="Date Placeholder 4">
            <a:extLst>
              <a:ext uri="{FF2B5EF4-FFF2-40B4-BE49-F238E27FC236}">
                <a16:creationId xmlns:a16="http://schemas.microsoft.com/office/drawing/2014/main" id="{8FADE6DC-26A3-8D5E-B159-7C37D92B0051}"/>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6" name="Footer Placeholder 5">
            <a:extLst>
              <a:ext uri="{FF2B5EF4-FFF2-40B4-BE49-F238E27FC236}">
                <a16:creationId xmlns:a16="http://schemas.microsoft.com/office/drawing/2014/main" id="{28D4E253-135E-1442-F1BB-DF94676E0292}"/>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5CF75378-1C8E-7814-6633-1BF91E35C66B}"/>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38810917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94F7F-EEEB-3FF8-D3FF-F59030612010}"/>
              </a:ext>
            </a:extLst>
          </p:cNvPr>
          <p:cNvSpPr>
            <a:spLocks noGrp="1"/>
          </p:cNvSpPr>
          <p:nvPr>
            <p:ph type="title"/>
          </p:nvPr>
        </p:nvSpPr>
        <p:spPr>
          <a:xfrm>
            <a:off x="629841" y="365126"/>
            <a:ext cx="7886700" cy="1325563"/>
          </a:xfrm>
        </p:spPr>
        <p:txBody>
          <a:bodyPr/>
          <a:lstStyle/>
          <a:p>
            <a:r>
              <a:rPr lang="en-US"/>
              <a:t>Click to edit Master title style</a:t>
            </a:r>
            <a:endParaRPr lang="it-IT"/>
          </a:p>
        </p:txBody>
      </p:sp>
      <p:sp>
        <p:nvSpPr>
          <p:cNvPr id="3" name="Text Placeholder 2">
            <a:extLst>
              <a:ext uri="{FF2B5EF4-FFF2-40B4-BE49-F238E27FC236}">
                <a16:creationId xmlns:a16="http://schemas.microsoft.com/office/drawing/2014/main" id="{DF6FA22F-D1C4-1558-F4D1-5E52DADA9746}"/>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3DD34013-9E6A-EA7D-1CC7-067F43C1AC67}"/>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5" name="Text Placeholder 4">
            <a:extLst>
              <a:ext uri="{FF2B5EF4-FFF2-40B4-BE49-F238E27FC236}">
                <a16:creationId xmlns:a16="http://schemas.microsoft.com/office/drawing/2014/main" id="{A5CE3480-EB74-842B-83E9-FEC2FA6343B8}"/>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DA759FC1-C7D7-0F8C-CBC9-85CAF6F32859}"/>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7" name="Date Placeholder 6">
            <a:extLst>
              <a:ext uri="{FF2B5EF4-FFF2-40B4-BE49-F238E27FC236}">
                <a16:creationId xmlns:a16="http://schemas.microsoft.com/office/drawing/2014/main" id="{FC51B8AC-3391-9448-020E-33685E900BDC}"/>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8" name="Footer Placeholder 7">
            <a:extLst>
              <a:ext uri="{FF2B5EF4-FFF2-40B4-BE49-F238E27FC236}">
                <a16:creationId xmlns:a16="http://schemas.microsoft.com/office/drawing/2014/main" id="{C1450DF6-1A94-58EC-3530-215F6A74785E}"/>
              </a:ext>
            </a:extLst>
          </p:cNvPr>
          <p:cNvSpPr>
            <a:spLocks noGrp="1"/>
          </p:cNvSpPr>
          <p:nvPr>
            <p:ph type="ftr" sz="quarter" idx="11"/>
          </p:nvPr>
        </p:nvSpPr>
        <p:spPr/>
        <p:txBody>
          <a:bodyPr/>
          <a:lstStyle/>
          <a:p>
            <a:endParaRPr lang="it-IT"/>
          </a:p>
        </p:txBody>
      </p:sp>
      <p:sp>
        <p:nvSpPr>
          <p:cNvPr id="9" name="Slide Number Placeholder 8">
            <a:extLst>
              <a:ext uri="{FF2B5EF4-FFF2-40B4-BE49-F238E27FC236}">
                <a16:creationId xmlns:a16="http://schemas.microsoft.com/office/drawing/2014/main" id="{C9B2D627-0CFA-1D00-14E4-B154FFBB4CDB}"/>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5819901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5738F-6F6B-9339-C02C-26B4D0688F09}"/>
              </a:ext>
            </a:extLst>
          </p:cNvPr>
          <p:cNvSpPr>
            <a:spLocks noGrp="1"/>
          </p:cNvSpPr>
          <p:nvPr>
            <p:ph type="title"/>
          </p:nvPr>
        </p:nvSpPr>
        <p:spPr/>
        <p:txBody>
          <a:bodyPr/>
          <a:lstStyle/>
          <a:p>
            <a:r>
              <a:rPr lang="en-US"/>
              <a:t>Click to edit Master title style</a:t>
            </a:r>
            <a:endParaRPr lang="it-IT"/>
          </a:p>
        </p:txBody>
      </p:sp>
      <p:sp>
        <p:nvSpPr>
          <p:cNvPr id="3" name="Date Placeholder 2">
            <a:extLst>
              <a:ext uri="{FF2B5EF4-FFF2-40B4-BE49-F238E27FC236}">
                <a16:creationId xmlns:a16="http://schemas.microsoft.com/office/drawing/2014/main" id="{568F3113-FC2E-9B4B-7E12-A0574C49AF62}"/>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4" name="Footer Placeholder 3">
            <a:extLst>
              <a:ext uri="{FF2B5EF4-FFF2-40B4-BE49-F238E27FC236}">
                <a16:creationId xmlns:a16="http://schemas.microsoft.com/office/drawing/2014/main" id="{3A13A5DF-85D4-7C91-DAC4-4BE5A042C746}"/>
              </a:ext>
            </a:extLst>
          </p:cNvPr>
          <p:cNvSpPr>
            <a:spLocks noGrp="1"/>
          </p:cNvSpPr>
          <p:nvPr>
            <p:ph type="ftr" sz="quarter" idx="11"/>
          </p:nvPr>
        </p:nvSpPr>
        <p:spPr/>
        <p:txBody>
          <a:bodyPr/>
          <a:lstStyle/>
          <a:p>
            <a:endParaRPr lang="it-IT"/>
          </a:p>
        </p:txBody>
      </p:sp>
      <p:sp>
        <p:nvSpPr>
          <p:cNvPr id="5" name="Slide Number Placeholder 4">
            <a:extLst>
              <a:ext uri="{FF2B5EF4-FFF2-40B4-BE49-F238E27FC236}">
                <a16:creationId xmlns:a16="http://schemas.microsoft.com/office/drawing/2014/main" id="{2F5711C1-46BB-661B-EF82-868AC9749249}"/>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2494711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89F635B-8722-5E91-7017-C25E20683105}"/>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3" name="Footer Placeholder 2">
            <a:extLst>
              <a:ext uri="{FF2B5EF4-FFF2-40B4-BE49-F238E27FC236}">
                <a16:creationId xmlns:a16="http://schemas.microsoft.com/office/drawing/2014/main" id="{75C3CB52-625A-0464-5AFE-1A318D02B506}"/>
              </a:ext>
            </a:extLst>
          </p:cNvPr>
          <p:cNvSpPr>
            <a:spLocks noGrp="1"/>
          </p:cNvSpPr>
          <p:nvPr>
            <p:ph type="ftr" sz="quarter" idx="11"/>
          </p:nvPr>
        </p:nvSpPr>
        <p:spPr/>
        <p:txBody>
          <a:bodyPr/>
          <a:lstStyle/>
          <a:p>
            <a:endParaRPr lang="it-IT"/>
          </a:p>
        </p:txBody>
      </p:sp>
      <p:sp>
        <p:nvSpPr>
          <p:cNvPr id="4" name="Slide Number Placeholder 3">
            <a:extLst>
              <a:ext uri="{FF2B5EF4-FFF2-40B4-BE49-F238E27FC236}">
                <a16:creationId xmlns:a16="http://schemas.microsoft.com/office/drawing/2014/main" id="{BCBBFC88-E5D4-6845-258F-98090629F5C7}"/>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5515788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16E9A4-60F8-A9D7-7045-E7C18DB425D8}"/>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endParaRPr lang="it-IT"/>
          </a:p>
        </p:txBody>
      </p:sp>
      <p:sp>
        <p:nvSpPr>
          <p:cNvPr id="3" name="Content Placeholder 2">
            <a:extLst>
              <a:ext uri="{FF2B5EF4-FFF2-40B4-BE49-F238E27FC236}">
                <a16:creationId xmlns:a16="http://schemas.microsoft.com/office/drawing/2014/main" id="{D7521B38-EB23-52DE-FA72-252549721B0B}"/>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Text Placeholder 3">
            <a:extLst>
              <a:ext uri="{FF2B5EF4-FFF2-40B4-BE49-F238E27FC236}">
                <a16:creationId xmlns:a16="http://schemas.microsoft.com/office/drawing/2014/main" id="{612970BB-CF62-B895-C88D-F3D1A5E008AF}"/>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C500ECAC-A837-9628-49DB-04E00C39E788}"/>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6" name="Footer Placeholder 5">
            <a:extLst>
              <a:ext uri="{FF2B5EF4-FFF2-40B4-BE49-F238E27FC236}">
                <a16:creationId xmlns:a16="http://schemas.microsoft.com/office/drawing/2014/main" id="{AFC1A62B-572E-57C5-4C53-4EEA19102087}"/>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29AF3361-0E2D-C675-546D-168594C480AF}"/>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350097150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2ED85-BAB6-357D-15F5-F20E3A177928}"/>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endParaRPr lang="it-IT"/>
          </a:p>
        </p:txBody>
      </p:sp>
      <p:sp>
        <p:nvSpPr>
          <p:cNvPr id="3" name="Picture Placeholder 2">
            <a:extLst>
              <a:ext uri="{FF2B5EF4-FFF2-40B4-BE49-F238E27FC236}">
                <a16:creationId xmlns:a16="http://schemas.microsoft.com/office/drawing/2014/main" id="{5B4BD3E2-C7CD-C2F6-B343-E0EDFAC8D50C}"/>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it-IT"/>
          </a:p>
        </p:txBody>
      </p:sp>
      <p:sp>
        <p:nvSpPr>
          <p:cNvPr id="4" name="Text Placeholder 3">
            <a:extLst>
              <a:ext uri="{FF2B5EF4-FFF2-40B4-BE49-F238E27FC236}">
                <a16:creationId xmlns:a16="http://schemas.microsoft.com/office/drawing/2014/main" id="{1BED66C1-522F-157F-327E-C89A11080576}"/>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8DEE897B-DC3A-8071-133E-C9527473E52F}"/>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6" name="Footer Placeholder 5">
            <a:extLst>
              <a:ext uri="{FF2B5EF4-FFF2-40B4-BE49-F238E27FC236}">
                <a16:creationId xmlns:a16="http://schemas.microsoft.com/office/drawing/2014/main" id="{B730B9A9-E456-1364-FB36-1B0FFCE2A681}"/>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385F12D7-F5C0-56E9-801B-B414DDEB9462}"/>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421551732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16303-4039-64C3-ABD2-4F37F9BEDD07}"/>
              </a:ext>
            </a:extLst>
          </p:cNvPr>
          <p:cNvSpPr>
            <a:spLocks noGrp="1"/>
          </p:cNvSpPr>
          <p:nvPr>
            <p:ph type="title"/>
          </p:nvPr>
        </p:nvSpPr>
        <p:spPr/>
        <p:txBody>
          <a:bodyPr/>
          <a:lstStyle/>
          <a:p>
            <a:r>
              <a:rPr lang="en-US"/>
              <a:t>Click to edit Master title style</a:t>
            </a:r>
            <a:endParaRPr lang="it-IT"/>
          </a:p>
        </p:txBody>
      </p:sp>
      <p:sp>
        <p:nvSpPr>
          <p:cNvPr id="3" name="Vertical Text Placeholder 2">
            <a:extLst>
              <a:ext uri="{FF2B5EF4-FFF2-40B4-BE49-F238E27FC236}">
                <a16:creationId xmlns:a16="http://schemas.microsoft.com/office/drawing/2014/main" id="{98251AD4-3AAA-55FF-1412-146B51998F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62C1B9D7-0EA7-6694-707F-6976D7B0F336}"/>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E7351417-CB4C-6A4A-BB1C-B890FECBBBD7}"/>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7945608E-9FEF-3381-1FFC-CC5B91C81B17}"/>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155862526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82D7C77-4343-F83B-2592-720A086D73C4}"/>
              </a:ext>
            </a:extLst>
          </p:cNvPr>
          <p:cNvSpPr>
            <a:spLocks noGrp="1"/>
          </p:cNvSpPr>
          <p:nvPr>
            <p:ph type="title" orient="vert"/>
          </p:nvPr>
        </p:nvSpPr>
        <p:spPr>
          <a:xfrm>
            <a:off x="6543675" y="365125"/>
            <a:ext cx="1971675" cy="5811838"/>
          </a:xfrm>
        </p:spPr>
        <p:txBody>
          <a:bodyPr vert="eaVert"/>
          <a:lstStyle/>
          <a:p>
            <a:r>
              <a:rPr lang="en-US"/>
              <a:t>Click to edit Master title style</a:t>
            </a:r>
            <a:endParaRPr lang="it-IT"/>
          </a:p>
        </p:txBody>
      </p:sp>
      <p:sp>
        <p:nvSpPr>
          <p:cNvPr id="3" name="Vertical Text Placeholder 2">
            <a:extLst>
              <a:ext uri="{FF2B5EF4-FFF2-40B4-BE49-F238E27FC236}">
                <a16:creationId xmlns:a16="http://schemas.microsoft.com/office/drawing/2014/main" id="{7CEB3926-6EBF-1C5B-15D3-D89891ABD648}"/>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0E8BC3BC-032B-CE26-B6BB-91D940775166}"/>
              </a:ext>
            </a:extLst>
          </p:cNvPr>
          <p:cNvSpPr>
            <a:spLocks noGrp="1"/>
          </p:cNvSpPr>
          <p:nvPr>
            <p:ph type="dt" sz="half" idx="10"/>
          </p:nvPr>
        </p:nvSpPr>
        <p:spPr/>
        <p:txBody>
          <a:body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C72050C1-5159-0944-39A2-01BA6DE0DA9B}"/>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F1F15640-8FB6-AD42-E8EC-7C791BB6093F}"/>
              </a:ext>
            </a:extLst>
          </p:cNvPr>
          <p:cNvSpPr>
            <a:spLocks noGrp="1"/>
          </p:cNvSpPr>
          <p:nvPr>
            <p:ph type="sldNum" sz="quarter" idx="12"/>
          </p:nvPr>
        </p:nvSpPr>
        <p:spPr/>
        <p:txBody>
          <a:bodyPr/>
          <a:lstStyle/>
          <a:p>
            <a:fld id="{2AA02BFC-BDD6-43C1-A483-1BD43D4255D4}" type="slidenum">
              <a:rPr lang="it-IT" smtClean="0"/>
              <a:t>‹#›</a:t>
            </a:fld>
            <a:endParaRPr lang="it-IT"/>
          </a:p>
        </p:txBody>
      </p:sp>
    </p:spTree>
    <p:extLst>
      <p:ext uri="{BB962C8B-B14F-4D97-AF65-F5344CB8AC3E}">
        <p14:creationId xmlns:p14="http://schemas.microsoft.com/office/powerpoint/2010/main" val="163742286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Diapositiva semplice">
    <p:spTree>
      <p:nvGrpSpPr>
        <p:cNvPr id="1" name=""/>
        <p:cNvGrpSpPr/>
        <p:nvPr/>
      </p:nvGrpSpPr>
      <p:grpSpPr>
        <a:xfrm>
          <a:off x="0" y="0"/>
          <a:ext cx="0" cy="0"/>
          <a:chOff x="0" y="0"/>
          <a:chExt cx="0" cy="0"/>
        </a:xfrm>
      </p:grpSpPr>
      <p:sp>
        <p:nvSpPr>
          <p:cNvPr id="7" name="Segnaposto testo 7"/>
          <p:cNvSpPr>
            <a:spLocks noGrp="1"/>
          </p:cNvSpPr>
          <p:nvPr>
            <p:ph type="body" sz="quarter" idx="10" hasCustomPrompt="1"/>
          </p:nvPr>
        </p:nvSpPr>
        <p:spPr>
          <a:xfrm>
            <a:off x="395288" y="476673"/>
            <a:ext cx="8424862" cy="648071"/>
          </a:xfrm>
          <a:prstGeom prst="rect">
            <a:avLst/>
          </a:prstGeom>
        </p:spPr>
        <p:txBody>
          <a:bodyPr/>
          <a:lstStyle>
            <a:lvl1pPr marL="0" indent="0">
              <a:lnSpc>
                <a:spcPts val="2200"/>
              </a:lnSpc>
              <a:buNone/>
              <a:defRPr sz="2400" b="1">
                <a:solidFill>
                  <a:srgbClr val="BD2B0B"/>
                </a:solidFill>
                <a:latin typeface="+mj-lt"/>
              </a:defRPr>
            </a:lvl1pPr>
          </a:lstStyle>
          <a:p>
            <a:pPr lvl="0"/>
            <a:r>
              <a:rPr lang="it-IT"/>
              <a:t>Fare clic per modificare il titolo della diapositiva</a:t>
            </a:r>
          </a:p>
        </p:txBody>
      </p:sp>
      <p:sp>
        <p:nvSpPr>
          <p:cNvPr id="9" name="Segnaposto testo 7"/>
          <p:cNvSpPr>
            <a:spLocks noGrp="1"/>
          </p:cNvSpPr>
          <p:nvPr>
            <p:ph type="body" sz="quarter" idx="11" hasCustomPrompt="1"/>
          </p:nvPr>
        </p:nvSpPr>
        <p:spPr>
          <a:xfrm>
            <a:off x="395288" y="1412875"/>
            <a:ext cx="8424862" cy="4320381"/>
          </a:xfrm>
          <a:prstGeom prst="rect">
            <a:avLst/>
          </a:prstGeom>
        </p:spPr>
        <p:txBody>
          <a:bodyPr/>
          <a:lstStyle>
            <a:lvl1pPr marL="0" indent="0">
              <a:buFont typeface="Arial" panose="020B0604020202020204" pitchFamily="34" charset="0"/>
              <a:buNone/>
              <a:defRPr sz="1800" baseline="0">
                <a:latin typeface="+mn-lt"/>
              </a:defRPr>
            </a:lvl1pPr>
          </a:lstStyle>
          <a:p>
            <a:pPr lvl="0"/>
            <a:r>
              <a:rPr lang="it-IT"/>
              <a:t>Fare clic per modificare il testo</a:t>
            </a:r>
          </a:p>
        </p:txBody>
      </p:sp>
    </p:spTree>
    <p:extLst>
      <p:ext uri="{BB962C8B-B14F-4D97-AF65-F5344CB8AC3E}">
        <p14:creationId xmlns:p14="http://schemas.microsoft.com/office/powerpoint/2010/main" val="28909224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theme" Target="../theme/theme2.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7.xml"/><Relationship Id="rId1" Type="http://schemas.openxmlformats.org/officeDocument/2006/relationships/slideLayout" Target="../slideLayouts/slideLayout6.xml"/><Relationship Id="rId4" Type="http://schemas.openxmlformats.org/officeDocument/2006/relationships/image" Target="../media/image1.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theme" Target="../theme/theme4.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0" Type="http://schemas.openxmlformats.org/officeDocument/2006/relationships/slideLayout" Target="../slideLayouts/slideLayout17.xml"/><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image" Target="../media/image1.pn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theme" Target="../theme/theme5.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0" Type="http://schemas.openxmlformats.org/officeDocument/2006/relationships/slideLayout" Target="../slideLayouts/slideLayout29.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image" Target="../media/image1.png"/></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39.xml"/><Relationship Id="rId13" Type="http://schemas.openxmlformats.org/officeDocument/2006/relationships/theme" Target="../theme/theme6.xml"/><Relationship Id="rId3" Type="http://schemas.openxmlformats.org/officeDocument/2006/relationships/slideLayout" Target="../slideLayouts/slideLayout34.xml"/><Relationship Id="rId7" Type="http://schemas.openxmlformats.org/officeDocument/2006/relationships/slideLayout" Target="../slideLayouts/slideLayout38.xml"/><Relationship Id="rId12" Type="http://schemas.openxmlformats.org/officeDocument/2006/relationships/slideLayout" Target="../slideLayouts/slideLayout43.xml"/><Relationship Id="rId2" Type="http://schemas.openxmlformats.org/officeDocument/2006/relationships/slideLayout" Target="../slideLayouts/slideLayout33.xml"/><Relationship Id="rId1" Type="http://schemas.openxmlformats.org/officeDocument/2006/relationships/slideLayout" Target="../slideLayouts/slideLayout32.xml"/><Relationship Id="rId6" Type="http://schemas.openxmlformats.org/officeDocument/2006/relationships/slideLayout" Target="../slideLayouts/slideLayout37.xml"/><Relationship Id="rId11" Type="http://schemas.openxmlformats.org/officeDocument/2006/relationships/slideLayout" Target="../slideLayouts/slideLayout42.xml"/><Relationship Id="rId5" Type="http://schemas.openxmlformats.org/officeDocument/2006/relationships/slideLayout" Target="../slideLayouts/slideLayout36.xml"/><Relationship Id="rId10" Type="http://schemas.openxmlformats.org/officeDocument/2006/relationships/slideLayout" Target="../slideLayouts/slideLayout41.xml"/><Relationship Id="rId4" Type="http://schemas.openxmlformats.org/officeDocument/2006/relationships/slideLayout" Target="../slideLayouts/slideLayout35.xml"/><Relationship Id="rId9" Type="http://schemas.openxmlformats.org/officeDocument/2006/relationships/slideLayout" Target="../slideLayouts/slideLayout40.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lumMod val="90000"/>
          </a:schemeClr>
        </a:solidFill>
        <a:effectLst/>
      </p:bgPr>
    </p:bg>
    <p:spTree>
      <p:nvGrpSpPr>
        <p:cNvPr id="1" name=""/>
        <p:cNvGrpSpPr/>
        <p:nvPr/>
      </p:nvGrpSpPr>
      <p:grpSpPr>
        <a:xfrm>
          <a:off x="0" y="0"/>
          <a:ext cx="0" cy="0"/>
          <a:chOff x="0" y="0"/>
          <a:chExt cx="0" cy="0"/>
        </a:xfrm>
      </p:grpSpPr>
      <p:cxnSp>
        <p:nvCxnSpPr>
          <p:cNvPr id="12" name="Connettore 1 11"/>
          <p:cNvCxnSpPr/>
          <p:nvPr userDrawn="1"/>
        </p:nvCxnSpPr>
        <p:spPr>
          <a:xfrm>
            <a:off x="3275856" y="188640"/>
            <a:ext cx="0" cy="6408712"/>
          </a:xfrm>
          <a:prstGeom prst="line">
            <a:avLst/>
          </a:prstGeom>
          <a:ln>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10" name="Immagin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440" y="1956998"/>
            <a:ext cx="3098773" cy="2191633"/>
          </a:xfrm>
          <a:prstGeom prst="rect">
            <a:avLst/>
          </a:prstGeom>
        </p:spPr>
      </p:pic>
    </p:spTree>
    <p:extLst>
      <p:ext uri="{BB962C8B-B14F-4D97-AF65-F5344CB8AC3E}">
        <p14:creationId xmlns:p14="http://schemas.microsoft.com/office/powerpoint/2010/main" val="613657427"/>
      </p:ext>
    </p:extLst>
  </p:cSld>
  <p:clrMap bg1="lt1" tx1="dk1" bg2="lt2" tx2="dk2" accent1="accent1" accent2="accent2" accent3="accent3" accent4="accent4" accent5="accent5" accent6="accent6" hlink="hlink" folHlink="folHlink"/>
  <p:sldLayoutIdLst>
    <p:sldLayoutId id="2147483649" r:id="rId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lumMod val="90000"/>
          </a:schemeClr>
        </a:solidFill>
        <a:effectLst/>
      </p:bgPr>
    </p:bg>
    <p:spTree>
      <p:nvGrpSpPr>
        <p:cNvPr id="1" name=""/>
        <p:cNvGrpSpPr/>
        <p:nvPr/>
      </p:nvGrpSpPr>
      <p:grpSpPr>
        <a:xfrm>
          <a:off x="0" y="0"/>
          <a:ext cx="0" cy="0"/>
          <a:chOff x="0" y="0"/>
          <a:chExt cx="0" cy="0"/>
        </a:xfrm>
      </p:grpSpPr>
      <p:pic>
        <p:nvPicPr>
          <p:cNvPr id="6" name="Immagine 5"/>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596648" y="5733476"/>
            <a:ext cx="1526568" cy="1079678"/>
          </a:xfrm>
          <a:prstGeom prst="rect">
            <a:avLst/>
          </a:prstGeom>
        </p:spPr>
      </p:pic>
      <p:sp>
        <p:nvSpPr>
          <p:cNvPr id="3" name="CasellaDiTesto 2">
            <a:extLst>
              <a:ext uri="{FF2B5EF4-FFF2-40B4-BE49-F238E27FC236}">
                <a16:creationId xmlns:a16="http://schemas.microsoft.com/office/drawing/2014/main" id="{037DC112-7FE1-4949-997D-1BCC7F8E4CCE}"/>
              </a:ext>
            </a:extLst>
          </p:cNvPr>
          <p:cNvSpPr txBox="1"/>
          <p:nvPr userDrawn="1"/>
        </p:nvSpPr>
        <p:spPr>
          <a:xfrm>
            <a:off x="179512" y="6525019"/>
            <a:ext cx="792088" cy="276999"/>
          </a:xfrm>
          <a:prstGeom prst="rect">
            <a:avLst/>
          </a:prstGeom>
          <a:noFill/>
        </p:spPr>
        <p:txBody>
          <a:bodyPr wrap="square" rtlCol="0">
            <a:spAutoFit/>
          </a:bodyPr>
          <a:lstStyle/>
          <a:p>
            <a:fld id="{723C9881-DC19-44C1-8307-96C20AE8129F}" type="slidenum">
              <a:rPr lang="it-IT" sz="1200" smtClean="0"/>
              <a:t>‹#›</a:t>
            </a:fld>
            <a:endParaRPr lang="it-IT" sz="1200"/>
          </a:p>
        </p:txBody>
      </p:sp>
    </p:spTree>
    <p:extLst>
      <p:ext uri="{BB962C8B-B14F-4D97-AF65-F5344CB8AC3E}">
        <p14:creationId xmlns:p14="http://schemas.microsoft.com/office/powerpoint/2010/main" val="3570652833"/>
      </p:ext>
    </p:extLst>
  </p:cSld>
  <p:clrMap bg1="lt1" tx1="dk1" bg2="lt2" tx2="dk2" accent1="accent1" accent2="accent2" accent3="accent3" accent4="accent4" accent5="accent5" accent6="accent6" hlink="hlink" folHlink="folHlink"/>
  <p:sldLayoutIdLst>
    <p:sldLayoutId id="2147483670" r:id="rId1"/>
    <p:sldLayoutId id="2147483661" r:id="rId2"/>
    <p:sldLayoutId id="2147483667" r:id="rId3"/>
    <p:sldLayoutId id="2147483669" r:id="rId4"/>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2">
            <a:lumMod val="90000"/>
          </a:schemeClr>
        </a:solidFill>
        <a:effectLst/>
      </p:bgPr>
    </p:bg>
    <p:spTree>
      <p:nvGrpSpPr>
        <p:cNvPr id="1" name=""/>
        <p:cNvGrpSpPr/>
        <p:nvPr/>
      </p:nvGrpSpPr>
      <p:grpSpPr>
        <a:xfrm>
          <a:off x="0" y="0"/>
          <a:ext cx="0" cy="0"/>
          <a:chOff x="0" y="0"/>
          <a:chExt cx="0" cy="0"/>
        </a:xfrm>
      </p:grpSpPr>
      <p:sp>
        <p:nvSpPr>
          <p:cNvPr id="9" name="CasellaDiTesto 8"/>
          <p:cNvSpPr txBox="1"/>
          <p:nvPr userDrawn="1"/>
        </p:nvSpPr>
        <p:spPr>
          <a:xfrm>
            <a:off x="3131840" y="6453336"/>
            <a:ext cx="2880320" cy="338554"/>
          </a:xfrm>
          <a:prstGeom prst="rect">
            <a:avLst/>
          </a:prstGeom>
          <a:noFill/>
        </p:spPr>
        <p:txBody>
          <a:bodyPr wrap="square" rtlCol="0">
            <a:spAutoFit/>
          </a:bodyPr>
          <a:lstStyle/>
          <a:p>
            <a:pPr algn="ctr"/>
            <a:r>
              <a:rPr lang="it-IT" sz="1600">
                <a:solidFill>
                  <a:schemeClr val="tx1">
                    <a:lumMod val="65000"/>
                    <a:lumOff val="35000"/>
                  </a:schemeClr>
                </a:solidFill>
              </a:rPr>
              <a:t>www.unibo.it</a:t>
            </a:r>
          </a:p>
        </p:txBody>
      </p:sp>
      <p:pic>
        <p:nvPicPr>
          <p:cNvPr id="10" name="Immagine 9"/>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284989" y="600016"/>
            <a:ext cx="2574022" cy="1820498"/>
          </a:xfrm>
          <a:prstGeom prst="rect">
            <a:avLst/>
          </a:prstGeom>
        </p:spPr>
      </p:pic>
    </p:spTree>
    <p:extLst>
      <p:ext uri="{BB962C8B-B14F-4D97-AF65-F5344CB8AC3E}">
        <p14:creationId xmlns:p14="http://schemas.microsoft.com/office/powerpoint/2010/main" val="1868398845"/>
      </p:ext>
    </p:extLst>
  </p:cSld>
  <p:clrMap bg1="lt1" tx1="dk1" bg2="lt2" tx2="dk2" accent1="accent1" accent2="accent2" accent3="accent3" accent4="accent4" accent5="accent5" accent6="accent6" hlink="hlink" folHlink="folHlink"/>
  <p:sldLayoutIdLst>
    <p:sldLayoutId id="2147483672" r:id="rId1"/>
    <p:sldLayoutId id="2147483699" r:id="rId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B632E1-FC36-74E9-3663-F2FE277A86D0}"/>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it-IT"/>
          </a:p>
        </p:txBody>
      </p:sp>
      <p:sp>
        <p:nvSpPr>
          <p:cNvPr id="3" name="Text Placeholder 2">
            <a:extLst>
              <a:ext uri="{FF2B5EF4-FFF2-40B4-BE49-F238E27FC236}">
                <a16:creationId xmlns:a16="http://schemas.microsoft.com/office/drawing/2014/main" id="{F21EBDD6-6308-9B02-E0A6-08C423BFF975}"/>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D1495F1F-182D-A8F1-09ED-4C45D1A5E0F3}"/>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828A90C6-BFC4-470C-E112-CCF019A07675}"/>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it-IT"/>
          </a:p>
        </p:txBody>
      </p:sp>
      <p:sp>
        <p:nvSpPr>
          <p:cNvPr id="6" name="Slide Number Placeholder 5">
            <a:extLst>
              <a:ext uri="{FF2B5EF4-FFF2-40B4-BE49-F238E27FC236}">
                <a16:creationId xmlns:a16="http://schemas.microsoft.com/office/drawing/2014/main" id="{50FE28B9-1108-F538-E8EE-D4987F39C4C5}"/>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2AA02BFC-BDD6-43C1-A483-1BD43D4255D4}" type="slidenum">
              <a:rPr lang="it-IT" smtClean="0"/>
              <a:t>‹#›</a:t>
            </a:fld>
            <a:endParaRPr lang="it-IT"/>
          </a:p>
        </p:txBody>
      </p:sp>
      <p:cxnSp>
        <p:nvCxnSpPr>
          <p:cNvPr id="7" name="Connettore 1 11">
            <a:extLst>
              <a:ext uri="{FF2B5EF4-FFF2-40B4-BE49-F238E27FC236}">
                <a16:creationId xmlns:a16="http://schemas.microsoft.com/office/drawing/2014/main" id="{89C669F5-8818-4D53-8DDC-1AB55AA9F676}"/>
              </a:ext>
            </a:extLst>
          </p:cNvPr>
          <p:cNvCxnSpPr/>
          <p:nvPr userDrawn="1"/>
        </p:nvCxnSpPr>
        <p:spPr>
          <a:xfrm>
            <a:off x="3275856" y="188640"/>
            <a:ext cx="0" cy="6408712"/>
          </a:xfrm>
          <a:prstGeom prst="line">
            <a:avLst/>
          </a:prstGeom>
          <a:ln>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8" name="Immagine 9">
            <a:extLst>
              <a:ext uri="{FF2B5EF4-FFF2-40B4-BE49-F238E27FC236}">
                <a16:creationId xmlns:a16="http://schemas.microsoft.com/office/drawing/2014/main" id="{4A6F616E-C88E-DCB8-27F7-8981525FB5B7}"/>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4440" y="1956998"/>
            <a:ext cx="3098773" cy="2191633"/>
          </a:xfrm>
          <a:prstGeom prst="rect">
            <a:avLst/>
          </a:prstGeom>
        </p:spPr>
      </p:pic>
    </p:spTree>
    <p:extLst>
      <p:ext uri="{BB962C8B-B14F-4D97-AF65-F5344CB8AC3E}">
        <p14:creationId xmlns:p14="http://schemas.microsoft.com/office/powerpoint/2010/main" val="1430854476"/>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B632E1-FC36-74E9-3663-F2FE277A86D0}"/>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it-IT"/>
          </a:p>
        </p:txBody>
      </p:sp>
      <p:sp>
        <p:nvSpPr>
          <p:cNvPr id="3" name="Text Placeholder 2">
            <a:extLst>
              <a:ext uri="{FF2B5EF4-FFF2-40B4-BE49-F238E27FC236}">
                <a16:creationId xmlns:a16="http://schemas.microsoft.com/office/drawing/2014/main" id="{F21EBDD6-6308-9B02-E0A6-08C423BFF975}"/>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D1495F1F-182D-A8F1-09ED-4C45D1A5E0F3}"/>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828A90C6-BFC4-470C-E112-CCF019A07675}"/>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it-IT"/>
          </a:p>
        </p:txBody>
      </p:sp>
      <p:sp>
        <p:nvSpPr>
          <p:cNvPr id="6" name="Slide Number Placeholder 5">
            <a:extLst>
              <a:ext uri="{FF2B5EF4-FFF2-40B4-BE49-F238E27FC236}">
                <a16:creationId xmlns:a16="http://schemas.microsoft.com/office/drawing/2014/main" id="{50FE28B9-1108-F538-E8EE-D4987F39C4C5}"/>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2AA02BFC-BDD6-43C1-A483-1BD43D4255D4}" type="slidenum">
              <a:rPr lang="it-IT" smtClean="0"/>
              <a:t>‹#›</a:t>
            </a:fld>
            <a:endParaRPr lang="it-IT"/>
          </a:p>
        </p:txBody>
      </p:sp>
      <p:pic>
        <p:nvPicPr>
          <p:cNvPr id="7" name="Immagine 5">
            <a:extLst>
              <a:ext uri="{FF2B5EF4-FFF2-40B4-BE49-F238E27FC236}">
                <a16:creationId xmlns:a16="http://schemas.microsoft.com/office/drawing/2014/main" id="{A705EB50-9DCE-FC1C-DCC3-16BF530A9124}"/>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7596648" y="5733476"/>
            <a:ext cx="1526568" cy="1079678"/>
          </a:xfrm>
          <a:prstGeom prst="rect">
            <a:avLst/>
          </a:prstGeom>
        </p:spPr>
      </p:pic>
      <p:sp>
        <p:nvSpPr>
          <p:cNvPr id="8" name="CasellaDiTesto 2">
            <a:extLst>
              <a:ext uri="{FF2B5EF4-FFF2-40B4-BE49-F238E27FC236}">
                <a16:creationId xmlns:a16="http://schemas.microsoft.com/office/drawing/2014/main" id="{7775CE11-85BA-0337-BAE1-1DFDAB6C7FAE}"/>
              </a:ext>
            </a:extLst>
          </p:cNvPr>
          <p:cNvSpPr txBox="1"/>
          <p:nvPr userDrawn="1"/>
        </p:nvSpPr>
        <p:spPr>
          <a:xfrm>
            <a:off x="179512" y="6525019"/>
            <a:ext cx="792088" cy="276999"/>
          </a:xfrm>
          <a:prstGeom prst="rect">
            <a:avLst/>
          </a:prstGeom>
          <a:noFill/>
        </p:spPr>
        <p:txBody>
          <a:bodyPr wrap="square" rtlCol="0">
            <a:spAutoFit/>
          </a:bodyPr>
          <a:lstStyle/>
          <a:p>
            <a:fld id="{723C9881-DC19-44C1-8307-96C20AE8129F}" type="slidenum">
              <a:rPr lang="it-IT" sz="1200" smtClean="0"/>
              <a:t>‹#›</a:t>
            </a:fld>
            <a:endParaRPr lang="it-IT" sz="1200"/>
          </a:p>
        </p:txBody>
      </p:sp>
    </p:spTree>
    <p:extLst>
      <p:ext uri="{BB962C8B-B14F-4D97-AF65-F5344CB8AC3E}">
        <p14:creationId xmlns:p14="http://schemas.microsoft.com/office/powerpoint/2010/main" val="3667721245"/>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B632E1-FC36-74E9-3663-F2FE277A86D0}"/>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it-IT"/>
          </a:p>
        </p:txBody>
      </p:sp>
      <p:sp>
        <p:nvSpPr>
          <p:cNvPr id="3" name="Text Placeholder 2">
            <a:extLst>
              <a:ext uri="{FF2B5EF4-FFF2-40B4-BE49-F238E27FC236}">
                <a16:creationId xmlns:a16="http://schemas.microsoft.com/office/drawing/2014/main" id="{F21EBDD6-6308-9B02-E0A6-08C423BFF975}"/>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Date Placeholder 3">
            <a:extLst>
              <a:ext uri="{FF2B5EF4-FFF2-40B4-BE49-F238E27FC236}">
                <a16:creationId xmlns:a16="http://schemas.microsoft.com/office/drawing/2014/main" id="{D1495F1F-182D-A8F1-09ED-4C45D1A5E0F3}"/>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77CFF1A8-7518-4A07-BD7A-7D27A05F2AD1}" type="datetimeFigureOut">
              <a:rPr lang="it-IT" smtClean="0"/>
              <a:t>23/03/2026</a:t>
            </a:fld>
            <a:endParaRPr lang="it-IT"/>
          </a:p>
        </p:txBody>
      </p:sp>
      <p:sp>
        <p:nvSpPr>
          <p:cNvPr id="5" name="Footer Placeholder 4">
            <a:extLst>
              <a:ext uri="{FF2B5EF4-FFF2-40B4-BE49-F238E27FC236}">
                <a16:creationId xmlns:a16="http://schemas.microsoft.com/office/drawing/2014/main" id="{828A90C6-BFC4-470C-E112-CCF019A07675}"/>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it-IT"/>
          </a:p>
        </p:txBody>
      </p:sp>
      <p:sp>
        <p:nvSpPr>
          <p:cNvPr id="6" name="Slide Number Placeholder 5">
            <a:extLst>
              <a:ext uri="{FF2B5EF4-FFF2-40B4-BE49-F238E27FC236}">
                <a16:creationId xmlns:a16="http://schemas.microsoft.com/office/drawing/2014/main" id="{50FE28B9-1108-F538-E8EE-D4987F39C4C5}"/>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2AA02BFC-BDD6-43C1-A483-1BD43D4255D4}" type="slidenum">
              <a:rPr lang="it-IT" smtClean="0"/>
              <a:t>‹#›</a:t>
            </a:fld>
            <a:endParaRPr lang="it-IT"/>
          </a:p>
        </p:txBody>
      </p:sp>
      <p:sp>
        <p:nvSpPr>
          <p:cNvPr id="7" name="CasellaDiTesto 8">
            <a:extLst>
              <a:ext uri="{FF2B5EF4-FFF2-40B4-BE49-F238E27FC236}">
                <a16:creationId xmlns:a16="http://schemas.microsoft.com/office/drawing/2014/main" id="{B5417C34-647B-5EDA-6A11-CAAEB5080903}"/>
              </a:ext>
            </a:extLst>
          </p:cNvPr>
          <p:cNvSpPr txBox="1"/>
          <p:nvPr userDrawn="1"/>
        </p:nvSpPr>
        <p:spPr>
          <a:xfrm>
            <a:off x="3131840" y="6453336"/>
            <a:ext cx="2880320" cy="338554"/>
          </a:xfrm>
          <a:prstGeom prst="rect">
            <a:avLst/>
          </a:prstGeom>
          <a:noFill/>
        </p:spPr>
        <p:txBody>
          <a:bodyPr wrap="square" rtlCol="0">
            <a:spAutoFit/>
          </a:bodyPr>
          <a:lstStyle/>
          <a:p>
            <a:pPr algn="ctr"/>
            <a:r>
              <a:rPr lang="it-IT" sz="1600">
                <a:solidFill>
                  <a:schemeClr val="tx1">
                    <a:lumMod val="65000"/>
                    <a:lumOff val="35000"/>
                  </a:schemeClr>
                </a:solidFill>
              </a:rPr>
              <a:t>www.unibo.it</a:t>
            </a:r>
          </a:p>
        </p:txBody>
      </p:sp>
      <p:pic>
        <p:nvPicPr>
          <p:cNvPr id="8" name="Immagine 9">
            <a:extLst>
              <a:ext uri="{FF2B5EF4-FFF2-40B4-BE49-F238E27FC236}">
                <a16:creationId xmlns:a16="http://schemas.microsoft.com/office/drawing/2014/main" id="{9C258013-B99A-7B68-7635-E1F367C65E44}"/>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284989" y="600016"/>
            <a:ext cx="2574022" cy="1820498"/>
          </a:xfrm>
          <a:prstGeom prst="rect">
            <a:avLst/>
          </a:prstGeom>
        </p:spPr>
      </p:pic>
    </p:spTree>
    <p:extLst>
      <p:ext uri="{BB962C8B-B14F-4D97-AF65-F5344CB8AC3E}">
        <p14:creationId xmlns:p14="http://schemas.microsoft.com/office/powerpoint/2010/main" val="697826180"/>
      </p:ext>
    </p:extLst>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1.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1.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1.xml"/><Relationship Id="rId5" Type="http://schemas.openxmlformats.org/officeDocument/2006/relationships/image" Target="../media/image16.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1.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1.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1.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testo 1"/>
          <p:cNvSpPr>
            <a:spLocks noGrp="1"/>
          </p:cNvSpPr>
          <p:nvPr>
            <p:ph type="body" sz="quarter" idx="10"/>
          </p:nvPr>
        </p:nvSpPr>
        <p:spPr>
          <a:xfrm>
            <a:off x="3563888" y="0"/>
            <a:ext cx="5185023" cy="4536504"/>
          </a:xfrm>
        </p:spPr>
        <p:txBody>
          <a:bodyPr/>
          <a:lstStyle/>
          <a:p>
            <a:r>
              <a:rPr lang="it-IT" dirty="0">
                <a:latin typeface="Times New Roman" panose="02020603050405020304" pitchFamily="18" charset="0"/>
                <a:cs typeface="Times New Roman" panose="02020603050405020304" pitchFamily="18" charset="0"/>
              </a:rPr>
              <a:t>Chassis and Body Design and Manufacturing</a:t>
            </a:r>
          </a:p>
          <a:p>
            <a:endParaRPr lang="it-IT" u="sng" dirty="0"/>
          </a:p>
          <a:p>
            <a:r>
              <a:rPr lang="it-IT" dirty="0">
                <a:latin typeface="Times New Roman" panose="02020603050405020304" pitchFamily="18" charset="0"/>
                <a:cs typeface="Times New Roman" panose="02020603050405020304" pitchFamily="18" charset="0"/>
              </a:rPr>
              <a:t>Group Project</a:t>
            </a:r>
          </a:p>
        </p:txBody>
      </p:sp>
      <p:sp>
        <p:nvSpPr>
          <p:cNvPr id="3" name="Segnaposto testo 2"/>
          <p:cNvSpPr>
            <a:spLocks noGrp="1"/>
          </p:cNvSpPr>
          <p:nvPr>
            <p:ph type="body" sz="quarter" idx="11"/>
          </p:nvPr>
        </p:nvSpPr>
        <p:spPr>
          <a:xfrm>
            <a:off x="3563888" y="3933056"/>
            <a:ext cx="5256212" cy="2448272"/>
          </a:xfrm>
        </p:spPr>
        <p:txBody>
          <a:bodyPr>
            <a:normAutofit lnSpcReduction="10000"/>
          </a:bodyPr>
          <a:lstStyle/>
          <a:p>
            <a:r>
              <a:rPr lang="it-IT">
                <a:latin typeface="Times New Roman" panose="02020603050405020304" pitchFamily="18" charset="0"/>
                <a:cs typeface="Times New Roman" panose="02020603050405020304" pitchFamily="18" charset="0"/>
              </a:rPr>
              <a:t>GROUP 11</a:t>
            </a:r>
          </a:p>
          <a:p>
            <a:pPr marL="342900" indent="-342900">
              <a:buFont typeface="Arial" panose="020B0604020202020204" pitchFamily="34" charset="0"/>
              <a:buChar char="•"/>
            </a:pPr>
            <a:r>
              <a:rPr lang="it-IT" sz="1800">
                <a:latin typeface="Times New Roman" panose="02020603050405020304" pitchFamily="18" charset="0"/>
                <a:cs typeface="Times New Roman" panose="02020603050405020304" pitchFamily="18" charset="0"/>
              </a:rPr>
              <a:t>Lorenzo </a:t>
            </a:r>
            <a:r>
              <a:rPr lang="it-IT" sz="1800" err="1">
                <a:latin typeface="Times New Roman" panose="02020603050405020304" pitchFamily="18" charset="0"/>
                <a:cs typeface="Times New Roman" panose="02020603050405020304" pitchFamily="18" charset="0"/>
              </a:rPr>
              <a:t>Coliva</a:t>
            </a:r>
            <a:endParaRPr lang="it-IT" sz="180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it-IT" sz="1800">
                <a:latin typeface="Times New Roman" panose="02020603050405020304" pitchFamily="18" charset="0"/>
                <a:cs typeface="Times New Roman" panose="02020603050405020304" pitchFamily="18" charset="0"/>
              </a:rPr>
              <a:t>Matteo Fratini</a:t>
            </a:r>
          </a:p>
          <a:p>
            <a:pPr marL="342900" indent="-342900">
              <a:buFont typeface="Arial" panose="020B0604020202020204" pitchFamily="34" charset="0"/>
              <a:buChar char="•"/>
            </a:pPr>
            <a:r>
              <a:rPr lang="it-IT" sz="1800">
                <a:latin typeface="Times New Roman" panose="02020603050405020304" pitchFamily="18" charset="0"/>
                <a:cs typeface="Times New Roman" panose="02020603050405020304" pitchFamily="18" charset="0"/>
              </a:rPr>
              <a:t>Luca Gabrielli</a:t>
            </a:r>
          </a:p>
          <a:p>
            <a:pPr marL="342900" indent="-342900">
              <a:buFont typeface="Arial" panose="020B0604020202020204" pitchFamily="34" charset="0"/>
              <a:buChar char="•"/>
            </a:pPr>
            <a:r>
              <a:rPr lang="it-IT" sz="1800">
                <a:latin typeface="Times New Roman" panose="02020603050405020304" pitchFamily="18" charset="0"/>
                <a:cs typeface="Times New Roman" panose="02020603050405020304" pitchFamily="18" charset="0"/>
              </a:rPr>
              <a:t>Marco Marcaccini</a:t>
            </a:r>
          </a:p>
          <a:p>
            <a:pPr marL="342900" indent="-342900">
              <a:buFont typeface="Arial" panose="020B0604020202020204" pitchFamily="34" charset="0"/>
              <a:buChar char="•"/>
            </a:pPr>
            <a:r>
              <a:rPr lang="it-IT" sz="1800">
                <a:latin typeface="Times New Roman" panose="02020603050405020304" pitchFamily="18" charset="0"/>
                <a:cs typeface="Times New Roman" panose="02020603050405020304" pitchFamily="18" charset="0"/>
              </a:rPr>
              <a:t>Martina Novi</a:t>
            </a:r>
          </a:p>
          <a:p>
            <a:pPr marL="342900" indent="-342900">
              <a:buFont typeface="Arial" panose="020B0604020202020204" pitchFamily="34" charset="0"/>
              <a:buChar char="•"/>
            </a:pPr>
            <a:r>
              <a:rPr lang="it-IT" sz="1800">
                <a:latin typeface="Times New Roman" panose="02020603050405020304" pitchFamily="18" charset="0"/>
                <a:cs typeface="Times New Roman" panose="02020603050405020304" pitchFamily="18" charset="0"/>
              </a:rPr>
              <a:t>Chiara </a:t>
            </a:r>
            <a:r>
              <a:rPr lang="it-IT" sz="1800" err="1">
                <a:latin typeface="Times New Roman" panose="02020603050405020304" pitchFamily="18" charset="0"/>
                <a:cs typeface="Times New Roman" panose="02020603050405020304" pitchFamily="18" charset="0"/>
              </a:rPr>
              <a:t>Suozzi</a:t>
            </a:r>
            <a:endParaRPr lang="it-IT" sz="18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852304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testo 1"/>
          <p:cNvSpPr>
            <a:spLocks noGrp="1"/>
          </p:cNvSpPr>
          <p:nvPr>
            <p:ph type="body" sz="quarter" idx="10"/>
          </p:nvPr>
        </p:nvSpPr>
        <p:spPr>
          <a:xfrm>
            <a:off x="460217" y="476672"/>
            <a:ext cx="8424862" cy="648071"/>
          </a:xfrm>
        </p:spPr>
        <p:txBody>
          <a:bodyPr/>
          <a:lstStyle/>
          <a:p>
            <a:pPr algn="ctr"/>
            <a:r>
              <a:rPr lang="it-IT">
                <a:latin typeface="Times New Roman" panose="02020603050405020304" pitchFamily="18" charset="0"/>
                <a:cs typeface="Times New Roman" panose="02020603050405020304" pitchFamily="18" charset="0"/>
              </a:rPr>
              <a:t>THE DESIGN PROCESS</a:t>
            </a:r>
          </a:p>
        </p:txBody>
      </p:sp>
      <p:cxnSp>
        <p:nvCxnSpPr>
          <p:cNvPr id="5" name="Connettore diritto 4">
            <a:extLst>
              <a:ext uri="{FF2B5EF4-FFF2-40B4-BE49-F238E27FC236}">
                <a16:creationId xmlns:a16="http://schemas.microsoft.com/office/drawing/2014/main" id="{4EC91B41-F36A-97BD-DDC3-72D6DCD50DCB}"/>
              </a:ext>
            </a:extLst>
          </p:cNvPr>
          <p:cNvCxnSpPr>
            <a:cxnSpLocks/>
          </p:cNvCxnSpPr>
          <p:nvPr/>
        </p:nvCxnSpPr>
        <p:spPr>
          <a:xfrm>
            <a:off x="755576" y="3573016"/>
            <a:ext cx="7632848" cy="0"/>
          </a:xfrm>
          <a:prstGeom prst="line">
            <a:avLst/>
          </a:prstGeom>
          <a:ln/>
        </p:spPr>
        <p:style>
          <a:lnRef idx="2">
            <a:schemeClr val="dk1"/>
          </a:lnRef>
          <a:fillRef idx="0">
            <a:schemeClr val="dk1"/>
          </a:fillRef>
          <a:effectRef idx="1">
            <a:schemeClr val="dk1"/>
          </a:effectRef>
          <a:fontRef idx="minor">
            <a:schemeClr val="tx1"/>
          </a:fontRef>
        </p:style>
      </p:cxnSp>
      <p:sp>
        <p:nvSpPr>
          <p:cNvPr id="7" name="Rettangolo 6">
            <a:extLst>
              <a:ext uri="{FF2B5EF4-FFF2-40B4-BE49-F238E27FC236}">
                <a16:creationId xmlns:a16="http://schemas.microsoft.com/office/drawing/2014/main" id="{067EE672-9094-F64F-3883-5E84D47AE855}"/>
              </a:ext>
            </a:extLst>
          </p:cNvPr>
          <p:cNvSpPr/>
          <p:nvPr/>
        </p:nvSpPr>
        <p:spPr>
          <a:xfrm>
            <a:off x="179512" y="2508555"/>
            <a:ext cx="1597049" cy="936091"/>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t>MATERIALS AND BC’S</a:t>
            </a:r>
            <a:endParaRPr lang="en-US" sz="1400" b="1"/>
          </a:p>
        </p:txBody>
      </p:sp>
      <p:sp>
        <p:nvSpPr>
          <p:cNvPr id="8" name="Rettangolo 7">
            <a:extLst>
              <a:ext uri="{FF2B5EF4-FFF2-40B4-BE49-F238E27FC236}">
                <a16:creationId xmlns:a16="http://schemas.microsoft.com/office/drawing/2014/main" id="{6B217C74-2A6D-A967-9A4A-32D33DDEE614}"/>
              </a:ext>
            </a:extLst>
          </p:cNvPr>
          <p:cNvSpPr/>
          <p:nvPr/>
        </p:nvSpPr>
        <p:spPr>
          <a:xfrm>
            <a:off x="1592096" y="3718371"/>
            <a:ext cx="15970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latin typeface="+mj-lt"/>
                <a:cs typeface="Times New Roman" panose="02020603050405020304" pitchFamily="18" charset="0"/>
              </a:rPr>
              <a:t>TOPOLOGY OPTIMIZATION</a:t>
            </a:r>
            <a:endParaRPr lang="en-US" sz="1400" b="1">
              <a:solidFill>
                <a:schemeClr val="bg2">
                  <a:lumMod val="90000"/>
                </a:schemeClr>
              </a:solidFill>
              <a:latin typeface="+mj-lt"/>
              <a:cs typeface="Times New Roman" panose="02020603050405020304" pitchFamily="18" charset="0"/>
            </a:endParaRPr>
          </a:p>
        </p:txBody>
      </p:sp>
      <p:sp>
        <p:nvSpPr>
          <p:cNvPr id="9" name="Rettangolo 8">
            <a:extLst>
              <a:ext uri="{FF2B5EF4-FFF2-40B4-BE49-F238E27FC236}">
                <a16:creationId xmlns:a16="http://schemas.microsoft.com/office/drawing/2014/main" id="{E904A4D5-1843-6D70-C25A-120E65826A9D}"/>
              </a:ext>
            </a:extLst>
          </p:cNvPr>
          <p:cNvSpPr/>
          <p:nvPr/>
        </p:nvSpPr>
        <p:spPr>
          <a:xfrm>
            <a:off x="4359638" y="3728621"/>
            <a:ext cx="15768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SCREWS VERIFICATION</a:t>
            </a:r>
            <a:endParaRPr lang="en-US" sz="1400" b="1">
              <a:solidFill>
                <a:schemeClr val="bg2">
                  <a:lumMod val="90000"/>
                </a:schemeClr>
              </a:solidFill>
            </a:endParaRPr>
          </a:p>
        </p:txBody>
      </p:sp>
      <p:sp>
        <p:nvSpPr>
          <p:cNvPr id="11" name="Rettangolo 10">
            <a:extLst>
              <a:ext uri="{FF2B5EF4-FFF2-40B4-BE49-F238E27FC236}">
                <a16:creationId xmlns:a16="http://schemas.microsoft.com/office/drawing/2014/main" id="{B35074C0-460A-612D-02C4-367C71297FB4}"/>
              </a:ext>
            </a:extLst>
          </p:cNvPr>
          <p:cNvSpPr/>
          <p:nvPr/>
        </p:nvSpPr>
        <p:spPr>
          <a:xfrm>
            <a:off x="2971971" y="2508554"/>
            <a:ext cx="15768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STATIC ANALYSIS</a:t>
            </a:r>
            <a:endParaRPr lang="en-US" sz="1400" b="1">
              <a:solidFill>
                <a:schemeClr val="bg2">
                  <a:lumMod val="90000"/>
                </a:schemeClr>
              </a:solidFill>
            </a:endParaRPr>
          </a:p>
        </p:txBody>
      </p:sp>
      <p:sp>
        <p:nvSpPr>
          <p:cNvPr id="13" name="Rettangolo 12">
            <a:extLst>
              <a:ext uri="{FF2B5EF4-FFF2-40B4-BE49-F238E27FC236}">
                <a16:creationId xmlns:a16="http://schemas.microsoft.com/office/drawing/2014/main" id="{8FD82FCE-F143-BF8C-4865-B5C15025F6BE}"/>
              </a:ext>
            </a:extLst>
          </p:cNvPr>
          <p:cNvSpPr/>
          <p:nvPr/>
        </p:nvSpPr>
        <p:spPr>
          <a:xfrm>
            <a:off x="5731456" y="2508554"/>
            <a:ext cx="1576848"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FATIGUE ANALYSIS</a:t>
            </a:r>
            <a:endParaRPr lang="en-US" sz="1400" b="1">
              <a:solidFill>
                <a:schemeClr val="bg2">
                  <a:lumMod val="90000"/>
                </a:schemeClr>
              </a:solidFill>
            </a:endParaRPr>
          </a:p>
        </p:txBody>
      </p:sp>
      <p:sp>
        <p:nvSpPr>
          <p:cNvPr id="14" name="Rettangolo 13">
            <a:extLst>
              <a:ext uri="{FF2B5EF4-FFF2-40B4-BE49-F238E27FC236}">
                <a16:creationId xmlns:a16="http://schemas.microsoft.com/office/drawing/2014/main" id="{DAE84531-806D-979E-1638-8CEFC26533C1}"/>
              </a:ext>
            </a:extLst>
          </p:cNvPr>
          <p:cNvSpPr/>
          <p:nvPr/>
        </p:nvSpPr>
        <p:spPr>
          <a:xfrm>
            <a:off x="6984268" y="3718370"/>
            <a:ext cx="1696447" cy="946342"/>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MANUFACTURING PROCESS</a:t>
            </a:r>
            <a:endParaRPr lang="en-US" sz="1400" b="1">
              <a:solidFill>
                <a:schemeClr val="bg2">
                  <a:lumMod val="90000"/>
                </a:schemeClr>
              </a:solidFill>
            </a:endParaRPr>
          </a:p>
        </p:txBody>
      </p:sp>
      <p:cxnSp>
        <p:nvCxnSpPr>
          <p:cNvPr id="16" name="Connettore 2 15">
            <a:extLst>
              <a:ext uri="{FF2B5EF4-FFF2-40B4-BE49-F238E27FC236}">
                <a16:creationId xmlns:a16="http://schemas.microsoft.com/office/drawing/2014/main" id="{EFBA588C-33EC-372D-7D51-6AF63B82A083}"/>
              </a:ext>
            </a:extLst>
          </p:cNvPr>
          <p:cNvCxnSpPr>
            <a:cxnSpLocks/>
          </p:cNvCxnSpPr>
          <p:nvPr/>
        </p:nvCxnSpPr>
        <p:spPr>
          <a:xfrm>
            <a:off x="791295" y="3568100"/>
            <a:ext cx="763284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 name="Connettore diritto 19">
            <a:extLst>
              <a:ext uri="{FF2B5EF4-FFF2-40B4-BE49-F238E27FC236}">
                <a16:creationId xmlns:a16="http://schemas.microsoft.com/office/drawing/2014/main" id="{325A9797-DD16-AA12-07A0-4F93808D9DB0}"/>
              </a:ext>
            </a:extLst>
          </p:cNvPr>
          <p:cNvCxnSpPr>
            <a:cxnSpLocks/>
            <a:stCxn id="7" idx="2"/>
          </p:cNvCxnSpPr>
          <p:nvPr/>
        </p:nvCxnSpPr>
        <p:spPr>
          <a:xfrm flipH="1">
            <a:off x="978036" y="3444646"/>
            <a:ext cx="1" cy="123454"/>
          </a:xfrm>
          <a:prstGeom prst="line">
            <a:avLst/>
          </a:prstGeom>
        </p:spPr>
        <p:style>
          <a:lnRef idx="2">
            <a:schemeClr val="dk1"/>
          </a:lnRef>
          <a:fillRef idx="0">
            <a:schemeClr val="dk1"/>
          </a:fillRef>
          <a:effectRef idx="1">
            <a:schemeClr val="dk1"/>
          </a:effectRef>
          <a:fontRef idx="minor">
            <a:schemeClr val="tx1"/>
          </a:fontRef>
        </p:style>
      </p:cxnSp>
      <p:cxnSp>
        <p:nvCxnSpPr>
          <p:cNvPr id="23" name="Connettore diritto 22">
            <a:extLst>
              <a:ext uri="{FF2B5EF4-FFF2-40B4-BE49-F238E27FC236}">
                <a16:creationId xmlns:a16="http://schemas.microsoft.com/office/drawing/2014/main" id="{F174A79C-8434-C3B5-7A4C-7B965EE9E2EB}"/>
              </a:ext>
            </a:extLst>
          </p:cNvPr>
          <p:cNvCxnSpPr>
            <a:cxnSpLocks/>
          </p:cNvCxnSpPr>
          <p:nvPr/>
        </p:nvCxnSpPr>
        <p:spPr>
          <a:xfrm>
            <a:off x="2390620" y="3581508"/>
            <a:ext cx="0" cy="14748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5" name="Connettore diritto 24">
            <a:extLst>
              <a:ext uri="{FF2B5EF4-FFF2-40B4-BE49-F238E27FC236}">
                <a16:creationId xmlns:a16="http://schemas.microsoft.com/office/drawing/2014/main" id="{10845C86-FAC9-5749-CABB-6508CEA5B024}"/>
              </a:ext>
            </a:extLst>
          </p:cNvPr>
          <p:cNvCxnSpPr>
            <a:cxnSpLocks/>
          </p:cNvCxnSpPr>
          <p:nvPr/>
        </p:nvCxnSpPr>
        <p:spPr>
          <a:xfrm>
            <a:off x="3780245" y="3444645"/>
            <a:ext cx="0" cy="136863"/>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7" name="Connettore diritto 26">
            <a:extLst>
              <a:ext uri="{FF2B5EF4-FFF2-40B4-BE49-F238E27FC236}">
                <a16:creationId xmlns:a16="http://schemas.microsoft.com/office/drawing/2014/main" id="{71746FF2-E016-030B-A446-332367B3CB91}"/>
              </a:ext>
            </a:extLst>
          </p:cNvPr>
          <p:cNvCxnSpPr>
            <a:cxnSpLocks/>
          </p:cNvCxnSpPr>
          <p:nvPr/>
        </p:nvCxnSpPr>
        <p:spPr>
          <a:xfrm>
            <a:off x="5148063" y="3579158"/>
            <a:ext cx="0" cy="14748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8" name="Connettore diritto 27">
            <a:extLst>
              <a:ext uri="{FF2B5EF4-FFF2-40B4-BE49-F238E27FC236}">
                <a16:creationId xmlns:a16="http://schemas.microsoft.com/office/drawing/2014/main" id="{0CA665C5-8109-718A-94B0-F1DFEAB9C1BC}"/>
              </a:ext>
            </a:extLst>
          </p:cNvPr>
          <p:cNvCxnSpPr>
            <a:cxnSpLocks/>
          </p:cNvCxnSpPr>
          <p:nvPr/>
        </p:nvCxnSpPr>
        <p:spPr>
          <a:xfrm>
            <a:off x="6519880" y="3444645"/>
            <a:ext cx="0" cy="134513"/>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30" name="Connettore diritto 29">
            <a:extLst>
              <a:ext uri="{FF2B5EF4-FFF2-40B4-BE49-F238E27FC236}">
                <a16:creationId xmlns:a16="http://schemas.microsoft.com/office/drawing/2014/main" id="{732F6D5B-745D-E410-CF37-2618DD39125A}"/>
              </a:ext>
            </a:extLst>
          </p:cNvPr>
          <p:cNvCxnSpPr>
            <a:cxnSpLocks/>
          </p:cNvCxnSpPr>
          <p:nvPr/>
        </p:nvCxnSpPr>
        <p:spPr>
          <a:xfrm>
            <a:off x="7806864" y="3583158"/>
            <a:ext cx="0" cy="14748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8602469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EA351-26CB-1A08-6C2D-4367B3655D9E}"/>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3DA09FA0-3F58-14E9-D474-DA4C2EA8E839}"/>
              </a:ext>
            </a:extLst>
          </p:cNvPr>
          <p:cNvSpPr>
            <a:spLocks noGrp="1"/>
          </p:cNvSpPr>
          <p:nvPr>
            <p:ph type="body" sz="quarter" idx="10"/>
          </p:nvPr>
        </p:nvSpPr>
        <p:spPr/>
        <p:txBody>
          <a:bodyPr/>
          <a:lstStyle/>
          <a:p>
            <a:pPr algn="ctr"/>
            <a:r>
              <a:rPr lang="it-IT">
                <a:latin typeface="Times New Roman" panose="02020603050405020304" pitchFamily="18" charset="0"/>
                <a:cs typeface="Times New Roman" panose="02020603050405020304" pitchFamily="18" charset="0"/>
              </a:rPr>
              <a:t>MATERIALS AND BC’S</a:t>
            </a:r>
          </a:p>
        </p:txBody>
      </p:sp>
      <p:sp>
        <p:nvSpPr>
          <p:cNvPr id="3" name="Segnaposto testo 2">
            <a:extLst>
              <a:ext uri="{FF2B5EF4-FFF2-40B4-BE49-F238E27FC236}">
                <a16:creationId xmlns:a16="http://schemas.microsoft.com/office/drawing/2014/main" id="{57FAE90C-50F3-34DE-22B4-F413C4A966F1}"/>
              </a:ext>
            </a:extLst>
          </p:cNvPr>
          <p:cNvSpPr>
            <a:spLocks noGrp="1"/>
          </p:cNvSpPr>
          <p:nvPr>
            <p:ph type="body" sz="quarter" idx="11"/>
          </p:nvPr>
        </p:nvSpPr>
        <p:spPr>
          <a:xfrm>
            <a:off x="359569" y="1276176"/>
            <a:ext cx="8424862" cy="791989"/>
          </a:xfrm>
        </p:spPr>
        <p:txBody>
          <a:bodyPr vert="horz" lIns="91440" tIns="45720" rIns="91440" bIns="45720" rtlCol="0" anchor="t">
            <a:normAutofit/>
          </a:bodyPr>
          <a:lstStyle/>
          <a:p>
            <a:pPr algn="just"/>
            <a:r>
              <a:rPr lang="it-IT"/>
              <a:t>The </a:t>
            </a:r>
            <a:r>
              <a:rPr lang="en-US"/>
              <a:t>objective</a:t>
            </a:r>
            <a:r>
              <a:rPr lang="it-IT"/>
              <a:t> of the project </a:t>
            </a:r>
            <a:r>
              <a:rPr lang="en-US"/>
              <a:t>is</a:t>
            </a:r>
            <a:r>
              <a:rPr lang="it-IT"/>
              <a:t> to </a:t>
            </a:r>
            <a:r>
              <a:rPr lang="en-US"/>
              <a:t>design an adjustable handlebar bracket for a supersport motorbike according to the assigned boundary conditions. </a:t>
            </a:r>
            <a:endParaRPr lang="it-IT"/>
          </a:p>
          <a:p>
            <a:endParaRPr lang="it-IT"/>
          </a:p>
        </p:txBody>
      </p:sp>
      <p:pic>
        <p:nvPicPr>
          <p:cNvPr id="8" name="Picture 7">
            <a:extLst>
              <a:ext uri="{FF2B5EF4-FFF2-40B4-BE49-F238E27FC236}">
                <a16:creationId xmlns:a16="http://schemas.microsoft.com/office/drawing/2014/main" id="{A2710A0B-BF73-EE81-D6C2-6E99E070D661}"/>
              </a:ext>
            </a:extLst>
          </p:cNvPr>
          <p:cNvPicPr>
            <a:picLocks noChangeAspect="1"/>
          </p:cNvPicPr>
          <p:nvPr/>
        </p:nvPicPr>
        <p:blipFill>
          <a:blip r:embed="rId2"/>
          <a:stretch>
            <a:fillRect/>
          </a:stretch>
        </p:blipFill>
        <p:spPr>
          <a:xfrm>
            <a:off x="1998118" y="5013176"/>
            <a:ext cx="5219201" cy="791988"/>
          </a:xfrm>
          <a:prstGeom prst="rect">
            <a:avLst/>
          </a:prstGeom>
        </p:spPr>
      </p:pic>
      <p:pic>
        <p:nvPicPr>
          <p:cNvPr id="11" name="Picture 10">
            <a:extLst>
              <a:ext uri="{FF2B5EF4-FFF2-40B4-BE49-F238E27FC236}">
                <a16:creationId xmlns:a16="http://schemas.microsoft.com/office/drawing/2014/main" id="{08D8BD1E-0D88-21A6-F2BE-F53854538F48}"/>
              </a:ext>
            </a:extLst>
          </p:cNvPr>
          <p:cNvPicPr>
            <a:picLocks noChangeAspect="1"/>
          </p:cNvPicPr>
          <p:nvPr/>
        </p:nvPicPr>
        <p:blipFill>
          <a:blip r:embed="rId3"/>
          <a:stretch>
            <a:fillRect/>
          </a:stretch>
        </p:blipFill>
        <p:spPr>
          <a:xfrm>
            <a:off x="1331640" y="1956494"/>
            <a:ext cx="6243004" cy="2945012"/>
          </a:xfrm>
          <a:prstGeom prst="rect">
            <a:avLst/>
          </a:prstGeom>
        </p:spPr>
      </p:pic>
    </p:spTree>
    <p:extLst>
      <p:ext uri="{BB962C8B-B14F-4D97-AF65-F5344CB8AC3E}">
        <p14:creationId xmlns:p14="http://schemas.microsoft.com/office/powerpoint/2010/main" val="10179694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testo 1"/>
          <p:cNvSpPr>
            <a:spLocks noGrp="1"/>
          </p:cNvSpPr>
          <p:nvPr>
            <p:ph type="body" sz="quarter" idx="10"/>
          </p:nvPr>
        </p:nvSpPr>
        <p:spPr/>
        <p:txBody>
          <a:bodyPr/>
          <a:lstStyle/>
          <a:p>
            <a:pPr algn="ctr"/>
            <a:r>
              <a:rPr lang="it-IT">
                <a:latin typeface="Times New Roman" panose="02020603050405020304" pitchFamily="18" charset="0"/>
                <a:cs typeface="Times New Roman" panose="02020603050405020304" pitchFamily="18" charset="0"/>
              </a:rPr>
              <a:t>MATERIALS AND BC’S</a:t>
            </a:r>
          </a:p>
        </p:txBody>
      </p:sp>
      <p:sp>
        <p:nvSpPr>
          <p:cNvPr id="3" name="Segnaposto testo 2"/>
          <p:cNvSpPr>
            <a:spLocks noGrp="1"/>
          </p:cNvSpPr>
          <p:nvPr>
            <p:ph type="body" sz="quarter" idx="11"/>
          </p:nvPr>
        </p:nvSpPr>
        <p:spPr>
          <a:xfrm>
            <a:off x="377032" y="1097102"/>
            <a:ext cx="4989934" cy="2088133"/>
          </a:xfrm>
        </p:spPr>
        <p:txBody>
          <a:bodyPr>
            <a:normAutofit fontScale="92500" lnSpcReduction="10000"/>
          </a:bodyPr>
          <a:lstStyle/>
          <a:p>
            <a:pPr algn="just">
              <a:lnSpc>
                <a:spcPct val="115000"/>
              </a:lnSpc>
              <a:spcAft>
                <a:spcPts val="800"/>
              </a:spcAft>
            </a:pPr>
            <a:r>
              <a:rPr lang="en-US" sz="1800" kern="100">
                <a:effectLst/>
                <a:latin typeface="Aptos" panose="020B0004020202020204" pitchFamily="34" charset="0"/>
                <a:ea typeface="Aptos" panose="020B0004020202020204" pitchFamily="34" charset="0"/>
                <a:cs typeface="Times New Roman" panose="02020603050405020304" pitchFamily="18" charset="0"/>
              </a:rPr>
              <a:t>The material of the bracket is AlSi10Mg additive.</a:t>
            </a:r>
            <a:endParaRPr lang="it-IT"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US" sz="1800" kern="100">
                <a:effectLst/>
                <a:latin typeface="Aptos" panose="020B0004020202020204" pitchFamily="34" charset="0"/>
                <a:ea typeface="Aptos" panose="020B0004020202020204" pitchFamily="34" charset="0"/>
                <a:cs typeface="Times New Roman" panose="02020603050405020304" pitchFamily="18" charset="0"/>
              </a:rPr>
              <a:t>It has been characterized using the following values, assuming a 45° printing direction.</a:t>
            </a:r>
            <a:endParaRPr lang="it-IT"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US" sz="1800" kern="100">
                <a:effectLst/>
                <a:latin typeface="Aptos" panose="020B0004020202020204" pitchFamily="34" charset="0"/>
                <a:ea typeface="Aptos" panose="020B0004020202020204" pitchFamily="34" charset="0"/>
                <a:cs typeface="Times New Roman" panose="02020603050405020304" pitchFamily="18" charset="0"/>
              </a:rPr>
              <a:t>We used a T6 heat treatment and a surface treatment with a micro-shot peening.</a:t>
            </a:r>
            <a:endParaRPr lang="it-IT" sz="1800" kern="100">
              <a:effectLst/>
              <a:latin typeface="Aptos" panose="020B0004020202020204" pitchFamily="34" charset="0"/>
              <a:ea typeface="Aptos" panose="020B0004020202020204" pitchFamily="34" charset="0"/>
              <a:cs typeface="Times New Roman" panose="02020603050405020304" pitchFamily="18" charset="0"/>
            </a:endParaRPr>
          </a:p>
          <a:p>
            <a:endParaRPr lang="en-US"/>
          </a:p>
        </p:txBody>
      </p:sp>
      <p:pic>
        <p:nvPicPr>
          <p:cNvPr id="15" name="Picture 14">
            <a:extLst>
              <a:ext uri="{FF2B5EF4-FFF2-40B4-BE49-F238E27FC236}">
                <a16:creationId xmlns:a16="http://schemas.microsoft.com/office/drawing/2014/main" id="{7E0C8E45-1FC6-8DE6-B3D9-883E053548E9}"/>
              </a:ext>
            </a:extLst>
          </p:cNvPr>
          <p:cNvPicPr>
            <a:picLocks noChangeAspect="1"/>
          </p:cNvPicPr>
          <p:nvPr/>
        </p:nvPicPr>
        <p:blipFill>
          <a:blip r:embed="rId2"/>
          <a:stretch>
            <a:fillRect/>
          </a:stretch>
        </p:blipFill>
        <p:spPr>
          <a:xfrm>
            <a:off x="5652120" y="1097849"/>
            <a:ext cx="3168030" cy="4408742"/>
          </a:xfrm>
          <a:prstGeom prst="rect">
            <a:avLst/>
          </a:prstGeom>
        </p:spPr>
      </p:pic>
      <p:pic>
        <p:nvPicPr>
          <p:cNvPr id="5" name="Picture 4">
            <a:extLst>
              <a:ext uri="{FF2B5EF4-FFF2-40B4-BE49-F238E27FC236}">
                <a16:creationId xmlns:a16="http://schemas.microsoft.com/office/drawing/2014/main" id="{A1E7DBB1-2718-04A0-1548-327D51F8C578}"/>
              </a:ext>
            </a:extLst>
          </p:cNvPr>
          <p:cNvPicPr>
            <a:picLocks noChangeAspect="1"/>
          </p:cNvPicPr>
          <p:nvPr/>
        </p:nvPicPr>
        <p:blipFill>
          <a:blip r:embed="rId3"/>
          <a:srcRect l="-560" t="-3384" r="89" b="635"/>
          <a:stretch/>
        </p:blipFill>
        <p:spPr>
          <a:xfrm>
            <a:off x="519609" y="3429000"/>
            <a:ext cx="4989934" cy="1994026"/>
          </a:xfrm>
          <a:prstGeom prst="rect">
            <a:avLst/>
          </a:prstGeom>
        </p:spPr>
      </p:pic>
    </p:spTree>
    <p:extLst>
      <p:ext uri="{BB962C8B-B14F-4D97-AF65-F5344CB8AC3E}">
        <p14:creationId xmlns:p14="http://schemas.microsoft.com/office/powerpoint/2010/main" val="26063461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4B6D3-C87D-BE12-5458-9508FFF9E41A}"/>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D3168636-4634-1286-024F-38695F558025}"/>
              </a:ext>
            </a:extLst>
          </p:cNvPr>
          <p:cNvSpPr>
            <a:spLocks noGrp="1"/>
          </p:cNvSpPr>
          <p:nvPr>
            <p:ph type="body" sz="quarter" idx="10"/>
          </p:nvPr>
        </p:nvSpPr>
        <p:spPr>
          <a:xfrm>
            <a:off x="460217" y="476672"/>
            <a:ext cx="8424862" cy="648071"/>
          </a:xfrm>
        </p:spPr>
        <p:txBody>
          <a:bodyPr/>
          <a:lstStyle/>
          <a:p>
            <a:pPr algn="ctr"/>
            <a:r>
              <a:rPr lang="it-IT">
                <a:latin typeface="Times New Roman" panose="02020603050405020304" pitchFamily="18" charset="0"/>
                <a:cs typeface="Times New Roman" panose="02020603050405020304" pitchFamily="18" charset="0"/>
              </a:rPr>
              <a:t>THE DESIGN PROCESS</a:t>
            </a:r>
          </a:p>
        </p:txBody>
      </p:sp>
      <p:cxnSp>
        <p:nvCxnSpPr>
          <p:cNvPr id="5" name="Connettore diritto 4">
            <a:extLst>
              <a:ext uri="{FF2B5EF4-FFF2-40B4-BE49-F238E27FC236}">
                <a16:creationId xmlns:a16="http://schemas.microsoft.com/office/drawing/2014/main" id="{9A2AB2F1-AD7B-5712-FF66-CDDED39289EC}"/>
              </a:ext>
            </a:extLst>
          </p:cNvPr>
          <p:cNvCxnSpPr>
            <a:cxnSpLocks/>
          </p:cNvCxnSpPr>
          <p:nvPr/>
        </p:nvCxnSpPr>
        <p:spPr>
          <a:xfrm>
            <a:off x="755576" y="3573016"/>
            <a:ext cx="7632848" cy="0"/>
          </a:xfrm>
          <a:prstGeom prst="line">
            <a:avLst/>
          </a:prstGeom>
          <a:ln/>
        </p:spPr>
        <p:style>
          <a:lnRef idx="2">
            <a:schemeClr val="dk1"/>
          </a:lnRef>
          <a:fillRef idx="0">
            <a:schemeClr val="dk1"/>
          </a:fillRef>
          <a:effectRef idx="1">
            <a:schemeClr val="dk1"/>
          </a:effectRef>
          <a:fontRef idx="minor">
            <a:schemeClr val="tx1"/>
          </a:fontRef>
        </p:style>
      </p:cxnSp>
      <p:sp>
        <p:nvSpPr>
          <p:cNvPr id="7" name="Rettangolo 6">
            <a:extLst>
              <a:ext uri="{FF2B5EF4-FFF2-40B4-BE49-F238E27FC236}">
                <a16:creationId xmlns:a16="http://schemas.microsoft.com/office/drawing/2014/main" id="{8A819C30-56B9-978B-A691-836A72D0720A}"/>
              </a:ext>
            </a:extLst>
          </p:cNvPr>
          <p:cNvSpPr/>
          <p:nvPr/>
        </p:nvSpPr>
        <p:spPr>
          <a:xfrm>
            <a:off x="179512" y="2508555"/>
            <a:ext cx="15970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MATERIALS AND BC’S</a:t>
            </a:r>
            <a:endParaRPr lang="en-US" sz="1400" b="1">
              <a:solidFill>
                <a:schemeClr val="bg2">
                  <a:lumMod val="90000"/>
                </a:schemeClr>
              </a:solidFill>
            </a:endParaRPr>
          </a:p>
        </p:txBody>
      </p:sp>
      <p:sp>
        <p:nvSpPr>
          <p:cNvPr id="8" name="Rettangolo 7">
            <a:extLst>
              <a:ext uri="{FF2B5EF4-FFF2-40B4-BE49-F238E27FC236}">
                <a16:creationId xmlns:a16="http://schemas.microsoft.com/office/drawing/2014/main" id="{3BC7EB1A-015C-CBA3-6B05-5F520F75704A}"/>
              </a:ext>
            </a:extLst>
          </p:cNvPr>
          <p:cNvSpPr/>
          <p:nvPr/>
        </p:nvSpPr>
        <p:spPr>
          <a:xfrm>
            <a:off x="1592096" y="3718371"/>
            <a:ext cx="1597049" cy="936091"/>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latin typeface="+mj-lt"/>
                <a:cs typeface="Times New Roman" panose="02020603050405020304" pitchFamily="18" charset="0"/>
              </a:rPr>
              <a:t>TOPOLOGY OPTIMIZATION</a:t>
            </a:r>
            <a:endParaRPr lang="en-US" sz="1400" b="1">
              <a:latin typeface="+mj-lt"/>
              <a:cs typeface="Times New Roman" panose="02020603050405020304" pitchFamily="18" charset="0"/>
            </a:endParaRPr>
          </a:p>
        </p:txBody>
      </p:sp>
      <p:cxnSp>
        <p:nvCxnSpPr>
          <p:cNvPr id="16" name="Connettore 2 15">
            <a:extLst>
              <a:ext uri="{FF2B5EF4-FFF2-40B4-BE49-F238E27FC236}">
                <a16:creationId xmlns:a16="http://schemas.microsoft.com/office/drawing/2014/main" id="{9134C54A-D537-7388-6ECC-7FA6AD2409F7}"/>
              </a:ext>
            </a:extLst>
          </p:cNvPr>
          <p:cNvCxnSpPr>
            <a:cxnSpLocks/>
          </p:cNvCxnSpPr>
          <p:nvPr/>
        </p:nvCxnSpPr>
        <p:spPr>
          <a:xfrm>
            <a:off x="791295" y="3568100"/>
            <a:ext cx="763284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 name="Connettore diritto 19">
            <a:extLst>
              <a:ext uri="{FF2B5EF4-FFF2-40B4-BE49-F238E27FC236}">
                <a16:creationId xmlns:a16="http://schemas.microsoft.com/office/drawing/2014/main" id="{727DD44D-F48E-7262-4AD2-CB74B83F3CF4}"/>
              </a:ext>
            </a:extLst>
          </p:cNvPr>
          <p:cNvCxnSpPr>
            <a:cxnSpLocks/>
            <a:stCxn id="7" idx="2"/>
          </p:cNvCxnSpPr>
          <p:nvPr/>
        </p:nvCxnSpPr>
        <p:spPr>
          <a:xfrm flipH="1">
            <a:off x="978036" y="3444646"/>
            <a:ext cx="1" cy="12345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3" name="Connettore diritto 22">
            <a:extLst>
              <a:ext uri="{FF2B5EF4-FFF2-40B4-BE49-F238E27FC236}">
                <a16:creationId xmlns:a16="http://schemas.microsoft.com/office/drawing/2014/main" id="{DE3A9120-2EB8-8CB5-50B3-C60458D437E8}"/>
              </a:ext>
            </a:extLst>
          </p:cNvPr>
          <p:cNvCxnSpPr>
            <a:cxnSpLocks/>
          </p:cNvCxnSpPr>
          <p:nvPr/>
        </p:nvCxnSpPr>
        <p:spPr>
          <a:xfrm>
            <a:off x="2390620" y="3581508"/>
            <a:ext cx="0" cy="147484"/>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0266021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76269-AA09-67F4-6A66-54C41452E193}"/>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69BDB9FA-120D-2C24-63EC-BD9B3607038A}"/>
              </a:ext>
            </a:extLst>
          </p:cNvPr>
          <p:cNvSpPr>
            <a:spLocks noGrp="1"/>
          </p:cNvSpPr>
          <p:nvPr>
            <p:ph type="body" sz="quarter" idx="10"/>
          </p:nvPr>
        </p:nvSpPr>
        <p:spPr/>
        <p:txBody>
          <a:bodyPr/>
          <a:lstStyle/>
          <a:p>
            <a:pPr algn="ctr"/>
            <a:r>
              <a:rPr lang="it-IT">
                <a:latin typeface="Times New Roman" panose="02020603050405020304" pitchFamily="18" charset="0"/>
                <a:cs typeface="Times New Roman" panose="02020603050405020304" pitchFamily="18" charset="0"/>
              </a:rPr>
              <a:t>TOPOLOGY OPTIMIZATION</a:t>
            </a:r>
          </a:p>
        </p:txBody>
      </p:sp>
      <p:sp>
        <p:nvSpPr>
          <p:cNvPr id="3" name="Segnaposto testo 2">
            <a:extLst>
              <a:ext uri="{FF2B5EF4-FFF2-40B4-BE49-F238E27FC236}">
                <a16:creationId xmlns:a16="http://schemas.microsoft.com/office/drawing/2014/main" id="{89A2B7C4-5743-B74D-75BC-998D2B74EC05}"/>
              </a:ext>
            </a:extLst>
          </p:cNvPr>
          <p:cNvSpPr>
            <a:spLocks noGrp="1"/>
          </p:cNvSpPr>
          <p:nvPr>
            <p:ph type="body" sz="quarter" idx="11"/>
          </p:nvPr>
        </p:nvSpPr>
        <p:spPr>
          <a:xfrm>
            <a:off x="500763" y="1124744"/>
            <a:ext cx="8142474" cy="1972332"/>
          </a:xfrm>
        </p:spPr>
        <p:txBody>
          <a:bodyPr>
            <a:normAutofit/>
          </a:bodyPr>
          <a:lstStyle/>
          <a:p>
            <a:pPr algn="just"/>
            <a:r>
              <a:rPr lang="en-US" dirty="0"/>
              <a:t>The topology optimization was performed using the ultimate loads Fz and </a:t>
            </a:r>
            <a:r>
              <a:rPr lang="en-US" dirty="0" err="1"/>
              <a:t>Fx</a:t>
            </a:r>
            <a:r>
              <a:rPr lang="en-US" dirty="0"/>
              <a:t> (this one in both + and – directions to resist during fatigue).</a:t>
            </a:r>
          </a:p>
          <a:p>
            <a:pPr algn="just">
              <a:spcBef>
                <a:spcPts val="800"/>
              </a:spcBef>
            </a:pPr>
            <a:r>
              <a:rPr lang="en-US" dirty="0"/>
              <a:t>To simulate the pretension of the screws, two opposite linear loads  corresponding to the maximum assembly screw force were applied in the </a:t>
            </a:r>
            <a:r>
              <a:rPr lang="en-US" dirty="0" err="1"/>
              <a:t>underhead</a:t>
            </a:r>
            <a:r>
              <a:rPr lang="en-US" dirty="0"/>
              <a:t> and threaded faces.</a:t>
            </a:r>
          </a:p>
          <a:p>
            <a:pPr algn="just">
              <a:spcBef>
                <a:spcPts val="800"/>
              </a:spcBef>
            </a:pPr>
            <a:r>
              <a:rPr lang="en-US" dirty="0"/>
              <a:t>The </a:t>
            </a:r>
            <a:r>
              <a:rPr lang="en-US" dirty="0" err="1"/>
              <a:t>underhead</a:t>
            </a:r>
            <a:r>
              <a:rPr lang="en-US" dirty="0"/>
              <a:t> and contact regions were set as exclusions.</a:t>
            </a:r>
          </a:p>
        </p:txBody>
      </p:sp>
      <p:pic>
        <p:nvPicPr>
          <p:cNvPr id="6" name="Immagine 5" descr="Immagine che contiene schermata&#10;&#10;Descrizione generata automaticamente">
            <a:extLst>
              <a:ext uri="{FF2B5EF4-FFF2-40B4-BE49-F238E27FC236}">
                <a16:creationId xmlns:a16="http://schemas.microsoft.com/office/drawing/2014/main" id="{31129191-ED2E-97F4-656E-5625A4BE89CA}"/>
              </a:ext>
            </a:extLst>
          </p:cNvPr>
          <p:cNvPicPr>
            <a:picLocks noChangeAspect="1"/>
          </p:cNvPicPr>
          <p:nvPr/>
        </p:nvPicPr>
        <p:blipFill>
          <a:blip r:embed="rId2"/>
          <a:stretch>
            <a:fillRect/>
          </a:stretch>
        </p:blipFill>
        <p:spPr>
          <a:xfrm>
            <a:off x="1548451" y="2991705"/>
            <a:ext cx="5698169" cy="2959515"/>
          </a:xfrm>
          <a:prstGeom prst="rect">
            <a:avLst/>
          </a:prstGeom>
        </p:spPr>
      </p:pic>
    </p:spTree>
    <p:extLst>
      <p:ext uri="{BB962C8B-B14F-4D97-AF65-F5344CB8AC3E}">
        <p14:creationId xmlns:p14="http://schemas.microsoft.com/office/powerpoint/2010/main" val="2524920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8D6EA-86AD-A6A7-6BFC-E9DD01546277}"/>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56C9822E-2CC8-7A85-3285-34C6C16398CA}"/>
              </a:ext>
            </a:extLst>
          </p:cNvPr>
          <p:cNvSpPr>
            <a:spLocks noGrp="1"/>
          </p:cNvSpPr>
          <p:nvPr>
            <p:ph type="body" sz="quarter" idx="10"/>
          </p:nvPr>
        </p:nvSpPr>
        <p:spPr>
          <a:xfrm>
            <a:off x="359569" y="504706"/>
            <a:ext cx="8424862" cy="648071"/>
          </a:xfrm>
        </p:spPr>
        <p:txBody>
          <a:bodyPr/>
          <a:lstStyle/>
          <a:p>
            <a:pPr algn="ctr"/>
            <a:r>
              <a:rPr lang="it-IT" dirty="0">
                <a:latin typeface="Times New Roman" panose="02020603050405020304" pitchFamily="18" charset="0"/>
                <a:cs typeface="Times New Roman" panose="02020603050405020304" pitchFamily="18" charset="0"/>
              </a:rPr>
              <a:t>TOPOLOGY OPTIMIZATION</a:t>
            </a:r>
          </a:p>
        </p:txBody>
      </p:sp>
      <p:sp>
        <p:nvSpPr>
          <p:cNvPr id="3" name="Segnaposto testo 2">
            <a:extLst>
              <a:ext uri="{FF2B5EF4-FFF2-40B4-BE49-F238E27FC236}">
                <a16:creationId xmlns:a16="http://schemas.microsoft.com/office/drawing/2014/main" id="{0C2BF765-A5A6-340B-E9D2-59755F5AB6D9}"/>
              </a:ext>
            </a:extLst>
          </p:cNvPr>
          <p:cNvSpPr>
            <a:spLocks noGrp="1"/>
          </p:cNvSpPr>
          <p:nvPr>
            <p:ph type="body" sz="quarter" idx="11"/>
          </p:nvPr>
        </p:nvSpPr>
        <p:spPr>
          <a:xfrm>
            <a:off x="359569" y="1268809"/>
            <a:ext cx="8424862" cy="1872159"/>
          </a:xfrm>
        </p:spPr>
        <p:txBody>
          <a:bodyPr/>
          <a:lstStyle/>
          <a:p>
            <a:pPr algn="just"/>
            <a:r>
              <a:rPr lang="en-US" dirty="0"/>
              <a:t>The topology output using a mass retain of 5% minimizing compliance is showed below. </a:t>
            </a:r>
          </a:p>
          <a:p>
            <a:pPr algn="just"/>
            <a:r>
              <a:rPr lang="en-US" dirty="0"/>
              <a:t>Then it was reconstructed using </a:t>
            </a:r>
            <a:r>
              <a:rPr lang="en-US" dirty="0" err="1"/>
              <a:t>Spaceclaim</a:t>
            </a:r>
            <a:r>
              <a:rPr lang="en-US" dirty="0"/>
              <a:t> to obtain a smooth geometry preventing stress intensifications. </a:t>
            </a:r>
          </a:p>
          <a:p>
            <a:pPr algn="just"/>
            <a:r>
              <a:rPr lang="en-US" dirty="0"/>
              <a:t>Finally, the holes and the screws slots were refined.</a:t>
            </a:r>
          </a:p>
        </p:txBody>
      </p:sp>
      <p:pic>
        <p:nvPicPr>
          <p:cNvPr id="12" name="Immagine 11">
            <a:extLst>
              <a:ext uri="{FF2B5EF4-FFF2-40B4-BE49-F238E27FC236}">
                <a16:creationId xmlns:a16="http://schemas.microsoft.com/office/drawing/2014/main" id="{E957C30A-5737-A623-E450-18157F8D2012}"/>
              </a:ext>
            </a:extLst>
          </p:cNvPr>
          <p:cNvPicPr>
            <a:picLocks noChangeAspect="1"/>
          </p:cNvPicPr>
          <p:nvPr/>
        </p:nvPicPr>
        <p:blipFill>
          <a:blip r:embed="rId2"/>
          <a:stretch>
            <a:fillRect/>
          </a:stretch>
        </p:blipFill>
        <p:spPr>
          <a:xfrm>
            <a:off x="359569" y="3140968"/>
            <a:ext cx="8549640" cy="2275507"/>
          </a:xfrm>
          <a:prstGeom prst="rect">
            <a:avLst/>
          </a:prstGeom>
        </p:spPr>
      </p:pic>
    </p:spTree>
    <p:extLst>
      <p:ext uri="{BB962C8B-B14F-4D97-AF65-F5344CB8AC3E}">
        <p14:creationId xmlns:p14="http://schemas.microsoft.com/office/powerpoint/2010/main" val="552982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DC91C-53C3-52B1-F107-4B451B6A8661}"/>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8165FD67-70F8-0E0F-4F9B-06810F13DA01}"/>
              </a:ext>
            </a:extLst>
          </p:cNvPr>
          <p:cNvSpPr>
            <a:spLocks noGrp="1"/>
          </p:cNvSpPr>
          <p:nvPr>
            <p:ph type="body" sz="quarter" idx="10"/>
          </p:nvPr>
        </p:nvSpPr>
        <p:spPr>
          <a:xfrm>
            <a:off x="395288" y="476672"/>
            <a:ext cx="8424862" cy="648071"/>
          </a:xfrm>
        </p:spPr>
        <p:txBody>
          <a:bodyPr/>
          <a:lstStyle/>
          <a:p>
            <a:pPr algn="ctr"/>
            <a:r>
              <a:rPr lang="it-IT">
                <a:latin typeface="Times New Roman" panose="02020603050405020304" pitchFamily="18" charset="0"/>
                <a:cs typeface="Times New Roman" panose="02020603050405020304" pitchFamily="18" charset="0"/>
              </a:rPr>
              <a:t>THE DESIGN PROCESS</a:t>
            </a:r>
          </a:p>
        </p:txBody>
      </p:sp>
      <p:cxnSp>
        <p:nvCxnSpPr>
          <p:cNvPr id="5" name="Connettore diritto 4">
            <a:extLst>
              <a:ext uri="{FF2B5EF4-FFF2-40B4-BE49-F238E27FC236}">
                <a16:creationId xmlns:a16="http://schemas.microsoft.com/office/drawing/2014/main" id="{7490C1C9-C1B2-00D7-1158-56936472B7FB}"/>
              </a:ext>
            </a:extLst>
          </p:cNvPr>
          <p:cNvCxnSpPr>
            <a:cxnSpLocks/>
          </p:cNvCxnSpPr>
          <p:nvPr/>
        </p:nvCxnSpPr>
        <p:spPr>
          <a:xfrm>
            <a:off x="755576" y="3573016"/>
            <a:ext cx="7632848" cy="0"/>
          </a:xfrm>
          <a:prstGeom prst="line">
            <a:avLst/>
          </a:prstGeom>
          <a:ln/>
        </p:spPr>
        <p:style>
          <a:lnRef idx="2">
            <a:schemeClr val="dk1"/>
          </a:lnRef>
          <a:fillRef idx="0">
            <a:schemeClr val="dk1"/>
          </a:fillRef>
          <a:effectRef idx="1">
            <a:schemeClr val="dk1"/>
          </a:effectRef>
          <a:fontRef idx="minor">
            <a:schemeClr val="tx1"/>
          </a:fontRef>
        </p:style>
      </p:cxnSp>
      <p:sp>
        <p:nvSpPr>
          <p:cNvPr id="7" name="Rettangolo 6">
            <a:extLst>
              <a:ext uri="{FF2B5EF4-FFF2-40B4-BE49-F238E27FC236}">
                <a16:creationId xmlns:a16="http://schemas.microsoft.com/office/drawing/2014/main" id="{2A47A8FD-D076-9EDD-4919-215D43AD19E4}"/>
              </a:ext>
            </a:extLst>
          </p:cNvPr>
          <p:cNvSpPr/>
          <p:nvPr/>
        </p:nvSpPr>
        <p:spPr>
          <a:xfrm>
            <a:off x="179512" y="2508555"/>
            <a:ext cx="15970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MATERIALS AND BC’S</a:t>
            </a:r>
            <a:endParaRPr lang="en-US" sz="1400" b="1">
              <a:solidFill>
                <a:schemeClr val="bg2">
                  <a:lumMod val="90000"/>
                </a:schemeClr>
              </a:solidFill>
            </a:endParaRPr>
          </a:p>
        </p:txBody>
      </p:sp>
      <p:sp>
        <p:nvSpPr>
          <p:cNvPr id="8" name="Rettangolo 7">
            <a:extLst>
              <a:ext uri="{FF2B5EF4-FFF2-40B4-BE49-F238E27FC236}">
                <a16:creationId xmlns:a16="http://schemas.microsoft.com/office/drawing/2014/main" id="{A24C364B-89F5-ED64-093D-14CB217D82A6}"/>
              </a:ext>
            </a:extLst>
          </p:cNvPr>
          <p:cNvSpPr/>
          <p:nvPr/>
        </p:nvSpPr>
        <p:spPr>
          <a:xfrm>
            <a:off x="1592096" y="3718371"/>
            <a:ext cx="15970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latin typeface="+mj-lt"/>
                <a:cs typeface="Times New Roman" panose="02020603050405020304" pitchFamily="18" charset="0"/>
              </a:rPr>
              <a:t>TOPOLOGY OPTIMIZATION</a:t>
            </a:r>
            <a:endParaRPr lang="en-US" sz="1400" b="1">
              <a:solidFill>
                <a:schemeClr val="bg2">
                  <a:lumMod val="90000"/>
                </a:schemeClr>
              </a:solidFill>
              <a:latin typeface="+mj-lt"/>
              <a:cs typeface="Times New Roman" panose="02020603050405020304" pitchFamily="18" charset="0"/>
            </a:endParaRPr>
          </a:p>
        </p:txBody>
      </p:sp>
      <p:cxnSp>
        <p:nvCxnSpPr>
          <p:cNvPr id="16" name="Connettore 2 15">
            <a:extLst>
              <a:ext uri="{FF2B5EF4-FFF2-40B4-BE49-F238E27FC236}">
                <a16:creationId xmlns:a16="http://schemas.microsoft.com/office/drawing/2014/main" id="{56DE80AF-4752-0F91-5C00-678964B7431C}"/>
              </a:ext>
            </a:extLst>
          </p:cNvPr>
          <p:cNvCxnSpPr>
            <a:cxnSpLocks/>
          </p:cNvCxnSpPr>
          <p:nvPr/>
        </p:nvCxnSpPr>
        <p:spPr>
          <a:xfrm>
            <a:off x="791295" y="3568100"/>
            <a:ext cx="763284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 name="Connettore diritto 19">
            <a:extLst>
              <a:ext uri="{FF2B5EF4-FFF2-40B4-BE49-F238E27FC236}">
                <a16:creationId xmlns:a16="http://schemas.microsoft.com/office/drawing/2014/main" id="{6ADDE55F-AAC8-FAEB-7D3A-B9FAC961C9F9}"/>
              </a:ext>
            </a:extLst>
          </p:cNvPr>
          <p:cNvCxnSpPr>
            <a:cxnSpLocks/>
            <a:stCxn id="7" idx="2"/>
          </p:cNvCxnSpPr>
          <p:nvPr/>
        </p:nvCxnSpPr>
        <p:spPr>
          <a:xfrm flipH="1">
            <a:off x="978036" y="3444646"/>
            <a:ext cx="1" cy="12345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3" name="Connettore diritto 22">
            <a:extLst>
              <a:ext uri="{FF2B5EF4-FFF2-40B4-BE49-F238E27FC236}">
                <a16:creationId xmlns:a16="http://schemas.microsoft.com/office/drawing/2014/main" id="{E55498B2-F473-C4A8-BCC4-144A21712C01}"/>
              </a:ext>
            </a:extLst>
          </p:cNvPr>
          <p:cNvCxnSpPr>
            <a:cxnSpLocks/>
          </p:cNvCxnSpPr>
          <p:nvPr/>
        </p:nvCxnSpPr>
        <p:spPr>
          <a:xfrm>
            <a:off x="2390620" y="3581508"/>
            <a:ext cx="0" cy="14748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5" name="Connettore diritto 24">
            <a:extLst>
              <a:ext uri="{FF2B5EF4-FFF2-40B4-BE49-F238E27FC236}">
                <a16:creationId xmlns:a16="http://schemas.microsoft.com/office/drawing/2014/main" id="{D7A3594F-426A-F772-3EA1-FE792E00B98D}"/>
              </a:ext>
            </a:extLst>
          </p:cNvPr>
          <p:cNvCxnSpPr>
            <a:cxnSpLocks/>
          </p:cNvCxnSpPr>
          <p:nvPr/>
        </p:nvCxnSpPr>
        <p:spPr>
          <a:xfrm>
            <a:off x="3780245" y="3444645"/>
            <a:ext cx="0" cy="136863"/>
          </a:xfrm>
          <a:prstGeom prst="line">
            <a:avLst/>
          </a:prstGeom>
        </p:spPr>
        <p:style>
          <a:lnRef idx="2">
            <a:schemeClr val="dk1"/>
          </a:lnRef>
          <a:fillRef idx="0">
            <a:schemeClr val="dk1"/>
          </a:fillRef>
          <a:effectRef idx="1">
            <a:schemeClr val="dk1"/>
          </a:effectRef>
          <a:fontRef idx="minor">
            <a:schemeClr val="tx1"/>
          </a:fontRef>
        </p:style>
      </p:cxnSp>
      <p:sp>
        <p:nvSpPr>
          <p:cNvPr id="3" name="Rettangolo 10">
            <a:extLst>
              <a:ext uri="{FF2B5EF4-FFF2-40B4-BE49-F238E27FC236}">
                <a16:creationId xmlns:a16="http://schemas.microsoft.com/office/drawing/2014/main" id="{26F19D97-BDBE-7599-83F1-3995713D1A16}"/>
              </a:ext>
            </a:extLst>
          </p:cNvPr>
          <p:cNvSpPr/>
          <p:nvPr/>
        </p:nvSpPr>
        <p:spPr>
          <a:xfrm>
            <a:off x="2991820" y="2500063"/>
            <a:ext cx="1576849" cy="936091"/>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t>STATIC ANALYSIS</a:t>
            </a:r>
            <a:endParaRPr lang="en-US" sz="1400" b="1"/>
          </a:p>
        </p:txBody>
      </p:sp>
    </p:spTree>
    <p:extLst>
      <p:ext uri="{BB962C8B-B14F-4D97-AF65-F5344CB8AC3E}">
        <p14:creationId xmlns:p14="http://schemas.microsoft.com/office/powerpoint/2010/main" val="14712438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D66D3-1E50-4E8A-DA36-087E8E06FB5D}"/>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071FB514-C751-2E3C-EAAB-9E6B7520B592}"/>
              </a:ext>
            </a:extLst>
          </p:cNvPr>
          <p:cNvSpPr>
            <a:spLocks noGrp="1"/>
          </p:cNvSpPr>
          <p:nvPr>
            <p:ph type="body" sz="quarter" idx="10"/>
          </p:nvPr>
        </p:nvSpPr>
        <p:spPr/>
        <p:txBody>
          <a:bodyPr/>
          <a:lstStyle/>
          <a:p>
            <a:pPr algn="ctr"/>
            <a:r>
              <a:rPr lang="it-IT">
                <a:latin typeface="Times New Roman" panose="02020603050405020304" pitchFamily="18" charset="0"/>
                <a:cs typeface="Times New Roman" panose="02020603050405020304" pitchFamily="18" charset="0"/>
              </a:rPr>
              <a:t>STATIC ANALYSIS</a:t>
            </a:r>
          </a:p>
        </p:txBody>
      </p:sp>
      <mc:AlternateContent xmlns:mc="http://schemas.openxmlformats.org/markup-compatibility/2006" xmlns:a14="http://schemas.microsoft.com/office/drawing/2010/main">
        <mc:Choice Requires="a14">
          <p:sp>
            <p:nvSpPr>
              <p:cNvPr id="3" name="Segnaposto testo 2">
                <a:extLst>
                  <a:ext uri="{FF2B5EF4-FFF2-40B4-BE49-F238E27FC236}">
                    <a16:creationId xmlns:a16="http://schemas.microsoft.com/office/drawing/2014/main" id="{E6BC8721-0777-BC41-E8A6-B5526A386333}"/>
                  </a:ext>
                </a:extLst>
              </p:cNvPr>
              <p:cNvSpPr>
                <a:spLocks noGrp="1"/>
              </p:cNvSpPr>
              <p:nvPr>
                <p:ph type="body" sz="quarter" idx="11"/>
              </p:nvPr>
            </p:nvSpPr>
            <p:spPr>
              <a:xfrm>
                <a:off x="395288" y="1134233"/>
                <a:ext cx="4248720" cy="2006735"/>
              </a:xfrm>
            </p:spPr>
            <p:txBody>
              <a:bodyPr/>
              <a:lstStyle/>
              <a:p>
                <a:pPr algn="just">
                  <a:spcAft>
                    <a:spcPts val="800"/>
                  </a:spcAft>
                </a:pPr>
                <a:r>
                  <a:rPr lang="en-US" dirty="0"/>
                  <a:t>The static analysis was performed to obtain the maximum Von Mises stress, the consistency of this result was checked with a convergence validation reducing mesh size. </a:t>
                </a:r>
              </a:p>
              <a:p>
                <a:pPr/>
                <a14:m>
                  <m:oMathPara xmlns:m="http://schemas.openxmlformats.org/officeDocument/2006/math">
                    <m:oMathParaPr>
                      <m:jc m:val="centerGroup"/>
                    </m:oMathParaPr>
                    <m:oMath xmlns:m="http://schemas.openxmlformats.org/officeDocument/2006/math">
                      <m:r>
                        <a:rPr lang="it-IT" b="1" i="1" smtClean="0">
                          <a:latin typeface="Cambria Math" panose="02040503050406030204" pitchFamily="18" charset="0"/>
                        </a:rPr>
                        <m:t>𝑺𝑭</m:t>
                      </m:r>
                      <m:r>
                        <a:rPr lang="it-IT" b="1" i="1" smtClean="0">
                          <a:latin typeface="Cambria Math" panose="02040503050406030204" pitchFamily="18" charset="0"/>
                        </a:rPr>
                        <m:t>=</m:t>
                      </m:r>
                      <m:f>
                        <m:fPr>
                          <m:ctrlPr>
                            <a:rPr lang="it-IT" b="1" i="1" dirty="0" smtClean="0">
                              <a:latin typeface="Cambria Math" panose="02040503050406030204" pitchFamily="18" charset="0"/>
                            </a:rPr>
                          </m:ctrlPr>
                        </m:fPr>
                        <m:num>
                          <m:r>
                            <a:rPr lang="it-IT" b="1" i="1" dirty="0" smtClean="0">
                              <a:latin typeface="Cambria Math" panose="02040503050406030204" pitchFamily="18" charset="0"/>
                            </a:rPr>
                            <m:t>𝑺𝒚</m:t>
                          </m:r>
                        </m:num>
                        <m:den>
                          <m:sSub>
                            <m:sSubPr>
                              <m:ctrlPr>
                                <a:rPr lang="it-IT" b="1" i="1" dirty="0">
                                  <a:latin typeface="Cambria Math" panose="02040503050406030204" pitchFamily="18" charset="0"/>
                                </a:rPr>
                              </m:ctrlPr>
                            </m:sSubPr>
                            <m:e>
                              <m:r>
                                <a:rPr lang="it-IT" b="1" i="1" dirty="0">
                                  <a:latin typeface="Cambria Math" panose="02040503050406030204" pitchFamily="18" charset="0"/>
                                </a:rPr>
                                <m:t>𝛔</m:t>
                              </m:r>
                            </m:e>
                            <m:sub>
                              <m:r>
                                <a:rPr lang="it-IT" b="1" i="1" dirty="0">
                                  <a:latin typeface="Cambria Math" panose="02040503050406030204" pitchFamily="18" charset="0"/>
                                </a:rPr>
                                <m:t>𝑽𝑴𝒎𝒂𝒙</m:t>
                              </m:r>
                            </m:sub>
                          </m:sSub>
                        </m:den>
                      </m:f>
                      <m:r>
                        <a:rPr lang="it-IT" b="1" i="1" dirty="0" smtClean="0">
                          <a:latin typeface="Cambria Math" panose="02040503050406030204" pitchFamily="18" charset="0"/>
                        </a:rPr>
                        <m:t>=</m:t>
                      </m:r>
                      <m:f>
                        <m:fPr>
                          <m:ctrlPr>
                            <a:rPr lang="it-IT" b="1" i="1" dirty="0" smtClean="0">
                              <a:latin typeface="Cambria Math" panose="02040503050406030204" pitchFamily="18" charset="0"/>
                            </a:rPr>
                          </m:ctrlPr>
                        </m:fPr>
                        <m:num>
                          <m:r>
                            <a:rPr lang="it-IT" b="1" i="1" dirty="0" smtClean="0">
                              <a:latin typeface="Cambria Math" panose="02040503050406030204" pitchFamily="18" charset="0"/>
                            </a:rPr>
                            <m:t>𝟐𝟓𝟎</m:t>
                          </m:r>
                        </m:num>
                        <m:den>
                          <m:r>
                            <a:rPr lang="it-IT" b="1" i="1" dirty="0">
                              <a:latin typeface="Cambria Math" panose="02040503050406030204" pitchFamily="18" charset="0"/>
                            </a:rPr>
                            <m:t>𝟏𝟏𝟕</m:t>
                          </m:r>
                        </m:den>
                      </m:f>
                      <m:r>
                        <a:rPr lang="it-IT" b="1" i="1" dirty="0" smtClean="0">
                          <a:latin typeface="Cambria Math" panose="02040503050406030204" pitchFamily="18" charset="0"/>
                        </a:rPr>
                        <m:t>=</m:t>
                      </m:r>
                      <m:r>
                        <a:rPr lang="it-IT" b="1" i="1" dirty="0" smtClean="0">
                          <a:latin typeface="Cambria Math" panose="02040503050406030204" pitchFamily="18" charset="0"/>
                        </a:rPr>
                        <m:t>𝟐</m:t>
                      </m:r>
                      <m:r>
                        <a:rPr lang="it-IT" b="1" i="1" dirty="0" smtClean="0">
                          <a:latin typeface="Cambria Math" panose="02040503050406030204" pitchFamily="18" charset="0"/>
                        </a:rPr>
                        <m:t>.</m:t>
                      </m:r>
                      <m:r>
                        <a:rPr lang="it-IT" b="1" i="1" dirty="0" smtClean="0">
                          <a:latin typeface="Cambria Math" panose="02040503050406030204" pitchFamily="18" charset="0"/>
                        </a:rPr>
                        <m:t>𝟏𝟒</m:t>
                      </m:r>
                    </m:oMath>
                  </m:oMathPara>
                </a14:m>
                <a:endParaRPr lang="it-IT" b="1" dirty="0"/>
              </a:p>
            </p:txBody>
          </p:sp>
        </mc:Choice>
        <mc:Fallback xmlns="">
          <p:sp>
            <p:nvSpPr>
              <p:cNvPr id="3" name="Segnaposto testo 2">
                <a:extLst>
                  <a:ext uri="{FF2B5EF4-FFF2-40B4-BE49-F238E27FC236}">
                    <a16:creationId xmlns:a16="http://schemas.microsoft.com/office/drawing/2014/main" id="{E6BC8721-0777-BC41-E8A6-B5526A386333}"/>
                  </a:ext>
                </a:extLst>
              </p:cNvPr>
              <p:cNvSpPr>
                <a:spLocks noGrp="1" noRot="1" noChangeAspect="1" noMove="1" noResize="1" noEditPoints="1" noAdjustHandles="1" noChangeArrowheads="1" noChangeShapeType="1" noTextEdit="1"/>
              </p:cNvSpPr>
              <p:nvPr>
                <p:ph type="body" sz="quarter" idx="11"/>
              </p:nvPr>
            </p:nvSpPr>
            <p:spPr>
              <a:xfrm>
                <a:off x="395288" y="1134233"/>
                <a:ext cx="4248720" cy="2006735"/>
              </a:xfrm>
              <a:blipFill>
                <a:blip r:embed="rId2"/>
                <a:stretch>
                  <a:fillRect l="-1291" t="-2736" r="-1148"/>
                </a:stretch>
              </a:blipFill>
            </p:spPr>
            <p:txBody>
              <a:bodyPr/>
              <a:lstStyle/>
              <a:p>
                <a:r>
                  <a:rPr lang="it-IT">
                    <a:noFill/>
                  </a:rPr>
                  <a:t> </a:t>
                </a:r>
              </a:p>
            </p:txBody>
          </p:sp>
        </mc:Fallback>
      </mc:AlternateContent>
      <p:sp>
        <p:nvSpPr>
          <p:cNvPr id="5" name="Segnaposto testo 2">
            <a:extLst>
              <a:ext uri="{FF2B5EF4-FFF2-40B4-BE49-F238E27FC236}">
                <a16:creationId xmlns:a16="http://schemas.microsoft.com/office/drawing/2014/main" id="{09E5BBEB-7817-53D2-C85E-8A310A395CC5}"/>
              </a:ext>
            </a:extLst>
          </p:cNvPr>
          <p:cNvSpPr txBox="1">
            <a:spLocks/>
          </p:cNvSpPr>
          <p:nvPr/>
        </p:nvSpPr>
        <p:spPr>
          <a:xfrm>
            <a:off x="395288" y="3956364"/>
            <a:ext cx="4284439" cy="1851317"/>
          </a:xfrm>
          <a:prstGeom prst="rect">
            <a:avLst/>
          </a:prstGeom>
        </p:spPr>
        <p:txBody>
          <a:bodyPr vert="horz" lIns="91440" tIns="45720" rIns="91440" bIns="45720" rtlCol="0" anchor="t">
            <a:normAutofit/>
          </a:bodyPr>
          <a:lstStyle>
            <a:lvl1pPr marL="0" indent="0" algn="l" defTabSz="685800" rtl="0" eaLnBrk="1" latinLnBrk="0" hangingPunct="1">
              <a:lnSpc>
                <a:spcPct val="90000"/>
              </a:lnSpc>
              <a:spcBef>
                <a:spcPts val="750"/>
              </a:spcBef>
              <a:buFont typeface="Arial" panose="020B0604020202020204" pitchFamily="34" charset="0"/>
              <a:buNone/>
              <a:defRPr sz="1800" kern="1200" baseline="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just"/>
            <a:r>
              <a:rPr lang="en-US" sz="2000" b="1">
                <a:ea typeface="Calibri"/>
                <a:cs typeface="Calibri"/>
              </a:rPr>
              <a:t>Handlebar displacement:</a:t>
            </a:r>
          </a:p>
          <a:p>
            <a:pPr algn="just"/>
            <a:r>
              <a:rPr lang="en-US">
                <a:ea typeface="Calibri"/>
                <a:cs typeface="Calibri"/>
              </a:rPr>
              <a:t>To avoid an uncomfortable steering, the maximum handlebar deflection has been verified, giving a result of 2.14 [mm] which is more than acceptable </a:t>
            </a:r>
            <a:r>
              <a:rPr lang="en-GB" sz="1800">
                <a:effectLst/>
                <a:ea typeface="Calibri" panose="020F0502020204030204" pitchFamily="34" charset="0"/>
                <a:cs typeface="Arial" panose="020B0604020202020204" pitchFamily="34" charset="0"/>
              </a:rPr>
              <a:t>under the static limit load</a:t>
            </a:r>
            <a:r>
              <a:rPr lang="en-US">
                <a:ea typeface="Calibri"/>
                <a:cs typeface="Calibri"/>
              </a:rPr>
              <a:t>.</a:t>
            </a:r>
          </a:p>
        </p:txBody>
      </p:sp>
      <p:pic>
        <p:nvPicPr>
          <p:cNvPr id="8" name="Immagine 1">
            <a:extLst>
              <a:ext uri="{FF2B5EF4-FFF2-40B4-BE49-F238E27FC236}">
                <a16:creationId xmlns:a16="http://schemas.microsoft.com/office/drawing/2014/main" id="{3F54B4C5-8EBB-C23F-063C-053F2A89A80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bwMode="auto">
          <a:xfrm>
            <a:off x="4780230" y="4107165"/>
            <a:ext cx="4039920" cy="1516800"/>
          </a:xfrm>
          <a:prstGeom prst="rect">
            <a:avLst/>
          </a:prstGeom>
          <a:noFill/>
          <a:ln>
            <a:noFill/>
          </a:ln>
        </p:spPr>
      </p:pic>
      <p:pic>
        <p:nvPicPr>
          <p:cNvPr id="6" name="Immagine 5" descr="Immagine che contiene Policromia, schermata, arte, verde&#10;&#10;Descrizione generata automaticamente">
            <a:extLst>
              <a:ext uri="{FF2B5EF4-FFF2-40B4-BE49-F238E27FC236}">
                <a16:creationId xmlns:a16="http://schemas.microsoft.com/office/drawing/2014/main" id="{A9E72643-34A6-5B64-3D00-79E3A996B62A}"/>
              </a:ext>
            </a:extLst>
          </p:cNvPr>
          <p:cNvPicPr>
            <a:picLocks noChangeAspect="1"/>
          </p:cNvPicPr>
          <p:nvPr/>
        </p:nvPicPr>
        <p:blipFill>
          <a:blip r:embed="rId4"/>
          <a:stretch>
            <a:fillRect/>
          </a:stretch>
        </p:blipFill>
        <p:spPr>
          <a:xfrm>
            <a:off x="4708791" y="997011"/>
            <a:ext cx="4113759" cy="1874007"/>
          </a:xfrm>
          <a:prstGeom prst="rect">
            <a:avLst/>
          </a:prstGeom>
        </p:spPr>
      </p:pic>
    </p:spTree>
    <p:extLst>
      <p:ext uri="{BB962C8B-B14F-4D97-AF65-F5344CB8AC3E}">
        <p14:creationId xmlns:p14="http://schemas.microsoft.com/office/powerpoint/2010/main" val="33671632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C1395-A55A-E590-C547-E4B84671EFDB}"/>
            </a:ext>
          </a:extLst>
        </p:cNvPr>
        <p:cNvGrpSpPr/>
        <p:nvPr/>
      </p:nvGrpSpPr>
      <p:grpSpPr>
        <a:xfrm>
          <a:off x="0" y="0"/>
          <a:ext cx="0" cy="0"/>
          <a:chOff x="0" y="0"/>
          <a:chExt cx="0" cy="0"/>
        </a:xfrm>
      </p:grpSpPr>
      <p:cxnSp>
        <p:nvCxnSpPr>
          <p:cNvPr id="25" name="Connettore diritto 24">
            <a:extLst>
              <a:ext uri="{FF2B5EF4-FFF2-40B4-BE49-F238E27FC236}">
                <a16:creationId xmlns:a16="http://schemas.microsoft.com/office/drawing/2014/main" id="{CAD7E5C0-2315-AE2E-99D0-0449488E26DD}"/>
              </a:ext>
            </a:extLst>
          </p:cNvPr>
          <p:cNvCxnSpPr>
            <a:cxnSpLocks/>
          </p:cNvCxnSpPr>
          <p:nvPr/>
        </p:nvCxnSpPr>
        <p:spPr>
          <a:xfrm>
            <a:off x="3780245" y="3444645"/>
            <a:ext cx="0" cy="136863"/>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sp>
        <p:nvSpPr>
          <p:cNvPr id="2" name="Segnaposto testo 1">
            <a:extLst>
              <a:ext uri="{FF2B5EF4-FFF2-40B4-BE49-F238E27FC236}">
                <a16:creationId xmlns:a16="http://schemas.microsoft.com/office/drawing/2014/main" id="{6BFB1F04-E93E-243A-2A35-9B971C9CAC84}"/>
              </a:ext>
            </a:extLst>
          </p:cNvPr>
          <p:cNvSpPr>
            <a:spLocks noGrp="1"/>
          </p:cNvSpPr>
          <p:nvPr>
            <p:ph type="body" sz="quarter" idx="10"/>
          </p:nvPr>
        </p:nvSpPr>
        <p:spPr>
          <a:xfrm>
            <a:off x="460217" y="476672"/>
            <a:ext cx="8424862" cy="648071"/>
          </a:xfrm>
        </p:spPr>
        <p:txBody>
          <a:bodyPr/>
          <a:lstStyle/>
          <a:p>
            <a:pPr algn="ctr"/>
            <a:r>
              <a:rPr lang="it-IT">
                <a:latin typeface="Times New Roman" panose="02020603050405020304" pitchFamily="18" charset="0"/>
                <a:cs typeface="Times New Roman" panose="02020603050405020304" pitchFamily="18" charset="0"/>
              </a:rPr>
              <a:t>THE DESIGN PROCESS</a:t>
            </a:r>
          </a:p>
        </p:txBody>
      </p:sp>
      <p:cxnSp>
        <p:nvCxnSpPr>
          <p:cNvPr id="5" name="Connettore diritto 4">
            <a:extLst>
              <a:ext uri="{FF2B5EF4-FFF2-40B4-BE49-F238E27FC236}">
                <a16:creationId xmlns:a16="http://schemas.microsoft.com/office/drawing/2014/main" id="{C30DBE74-D357-3261-93AD-AC2CFD82F228}"/>
              </a:ext>
            </a:extLst>
          </p:cNvPr>
          <p:cNvCxnSpPr>
            <a:cxnSpLocks/>
          </p:cNvCxnSpPr>
          <p:nvPr/>
        </p:nvCxnSpPr>
        <p:spPr>
          <a:xfrm>
            <a:off x="755576" y="3573016"/>
            <a:ext cx="7632848" cy="0"/>
          </a:xfrm>
          <a:prstGeom prst="line">
            <a:avLst/>
          </a:prstGeom>
          <a:ln/>
        </p:spPr>
        <p:style>
          <a:lnRef idx="2">
            <a:schemeClr val="dk1"/>
          </a:lnRef>
          <a:fillRef idx="0">
            <a:schemeClr val="dk1"/>
          </a:fillRef>
          <a:effectRef idx="1">
            <a:schemeClr val="dk1"/>
          </a:effectRef>
          <a:fontRef idx="minor">
            <a:schemeClr val="tx1"/>
          </a:fontRef>
        </p:style>
      </p:cxnSp>
      <p:sp>
        <p:nvSpPr>
          <p:cNvPr id="7" name="Rettangolo 6">
            <a:extLst>
              <a:ext uri="{FF2B5EF4-FFF2-40B4-BE49-F238E27FC236}">
                <a16:creationId xmlns:a16="http://schemas.microsoft.com/office/drawing/2014/main" id="{FDB44B30-A119-A6CB-8A8A-B8147429342A}"/>
              </a:ext>
            </a:extLst>
          </p:cNvPr>
          <p:cNvSpPr/>
          <p:nvPr/>
        </p:nvSpPr>
        <p:spPr>
          <a:xfrm>
            <a:off x="179512" y="2508555"/>
            <a:ext cx="15970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MATERIALS AND BC’S</a:t>
            </a:r>
            <a:endParaRPr lang="en-US" sz="1400" b="1">
              <a:solidFill>
                <a:schemeClr val="bg2">
                  <a:lumMod val="90000"/>
                </a:schemeClr>
              </a:solidFill>
            </a:endParaRPr>
          </a:p>
        </p:txBody>
      </p:sp>
      <p:sp>
        <p:nvSpPr>
          <p:cNvPr id="8" name="Rettangolo 7">
            <a:extLst>
              <a:ext uri="{FF2B5EF4-FFF2-40B4-BE49-F238E27FC236}">
                <a16:creationId xmlns:a16="http://schemas.microsoft.com/office/drawing/2014/main" id="{C041967B-AAAB-24A7-0CFA-C75A1148C862}"/>
              </a:ext>
            </a:extLst>
          </p:cNvPr>
          <p:cNvSpPr/>
          <p:nvPr/>
        </p:nvSpPr>
        <p:spPr>
          <a:xfrm>
            <a:off x="1592096" y="3718371"/>
            <a:ext cx="15970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latin typeface="+mj-lt"/>
                <a:cs typeface="Times New Roman" panose="02020603050405020304" pitchFamily="18" charset="0"/>
              </a:rPr>
              <a:t>TOPOLOGY OPTIMIZATION</a:t>
            </a:r>
            <a:endParaRPr lang="en-US" sz="1400" b="1">
              <a:solidFill>
                <a:schemeClr val="bg2">
                  <a:lumMod val="90000"/>
                </a:schemeClr>
              </a:solidFill>
              <a:latin typeface="+mj-lt"/>
              <a:cs typeface="Times New Roman" panose="02020603050405020304" pitchFamily="18" charset="0"/>
            </a:endParaRPr>
          </a:p>
        </p:txBody>
      </p:sp>
      <p:sp>
        <p:nvSpPr>
          <p:cNvPr id="9" name="Rettangolo 8">
            <a:extLst>
              <a:ext uri="{FF2B5EF4-FFF2-40B4-BE49-F238E27FC236}">
                <a16:creationId xmlns:a16="http://schemas.microsoft.com/office/drawing/2014/main" id="{38CCC8C6-8A72-6DD3-935B-AA3F3D745D10}"/>
              </a:ext>
            </a:extLst>
          </p:cNvPr>
          <p:cNvSpPr/>
          <p:nvPr/>
        </p:nvSpPr>
        <p:spPr>
          <a:xfrm>
            <a:off x="2995151" y="2508555"/>
            <a:ext cx="15768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STATIC ANALYSIS</a:t>
            </a:r>
            <a:endParaRPr lang="en-US" sz="1400" b="1">
              <a:solidFill>
                <a:schemeClr val="bg2">
                  <a:lumMod val="90000"/>
                </a:schemeClr>
              </a:solidFill>
            </a:endParaRPr>
          </a:p>
        </p:txBody>
      </p:sp>
      <p:sp>
        <p:nvSpPr>
          <p:cNvPr id="11" name="Rettangolo 10">
            <a:extLst>
              <a:ext uri="{FF2B5EF4-FFF2-40B4-BE49-F238E27FC236}">
                <a16:creationId xmlns:a16="http://schemas.microsoft.com/office/drawing/2014/main" id="{898C862B-D85F-8EE0-B937-E68B93CE628E}"/>
              </a:ext>
            </a:extLst>
          </p:cNvPr>
          <p:cNvSpPr/>
          <p:nvPr/>
        </p:nvSpPr>
        <p:spPr>
          <a:xfrm>
            <a:off x="4359639" y="3723610"/>
            <a:ext cx="1576849" cy="936091"/>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t>SCREWS VERIFICATION</a:t>
            </a:r>
            <a:endParaRPr lang="en-US" sz="1400" b="1"/>
          </a:p>
        </p:txBody>
      </p:sp>
      <p:cxnSp>
        <p:nvCxnSpPr>
          <p:cNvPr id="16" name="Connettore 2 15">
            <a:extLst>
              <a:ext uri="{FF2B5EF4-FFF2-40B4-BE49-F238E27FC236}">
                <a16:creationId xmlns:a16="http://schemas.microsoft.com/office/drawing/2014/main" id="{80D96469-7AF7-DFF7-1389-E6352F207875}"/>
              </a:ext>
            </a:extLst>
          </p:cNvPr>
          <p:cNvCxnSpPr>
            <a:cxnSpLocks/>
          </p:cNvCxnSpPr>
          <p:nvPr/>
        </p:nvCxnSpPr>
        <p:spPr>
          <a:xfrm>
            <a:off x="791295" y="3568100"/>
            <a:ext cx="763284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 name="Connettore diritto 19">
            <a:extLst>
              <a:ext uri="{FF2B5EF4-FFF2-40B4-BE49-F238E27FC236}">
                <a16:creationId xmlns:a16="http://schemas.microsoft.com/office/drawing/2014/main" id="{700A407B-5013-2D4A-0698-C4EDDBF6F743}"/>
              </a:ext>
            </a:extLst>
          </p:cNvPr>
          <p:cNvCxnSpPr>
            <a:cxnSpLocks/>
            <a:stCxn id="7" idx="2"/>
          </p:cNvCxnSpPr>
          <p:nvPr/>
        </p:nvCxnSpPr>
        <p:spPr>
          <a:xfrm flipH="1">
            <a:off x="978036" y="3444646"/>
            <a:ext cx="1" cy="12345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3" name="Connettore diritto 22">
            <a:extLst>
              <a:ext uri="{FF2B5EF4-FFF2-40B4-BE49-F238E27FC236}">
                <a16:creationId xmlns:a16="http://schemas.microsoft.com/office/drawing/2014/main" id="{BB9046FA-8E62-204A-A4CD-FD96F43C8532}"/>
              </a:ext>
            </a:extLst>
          </p:cNvPr>
          <p:cNvCxnSpPr>
            <a:cxnSpLocks/>
          </p:cNvCxnSpPr>
          <p:nvPr/>
        </p:nvCxnSpPr>
        <p:spPr>
          <a:xfrm>
            <a:off x="2390620" y="3581508"/>
            <a:ext cx="0" cy="14748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7" name="Connettore diritto 26">
            <a:extLst>
              <a:ext uri="{FF2B5EF4-FFF2-40B4-BE49-F238E27FC236}">
                <a16:creationId xmlns:a16="http://schemas.microsoft.com/office/drawing/2014/main" id="{5333E4BD-9F9F-FC6E-08F5-84A22016E6C1}"/>
              </a:ext>
            </a:extLst>
          </p:cNvPr>
          <p:cNvCxnSpPr>
            <a:cxnSpLocks/>
          </p:cNvCxnSpPr>
          <p:nvPr/>
        </p:nvCxnSpPr>
        <p:spPr>
          <a:xfrm>
            <a:off x="5148063" y="3579158"/>
            <a:ext cx="0" cy="147484"/>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40829942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0347-E618-F171-2CA2-ED0CC493D58E}"/>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2587877B-3D40-9312-DE2B-37692ECEAB74}"/>
              </a:ext>
            </a:extLst>
          </p:cNvPr>
          <p:cNvSpPr>
            <a:spLocks noGrp="1"/>
          </p:cNvSpPr>
          <p:nvPr>
            <p:ph type="body" sz="quarter" idx="10"/>
          </p:nvPr>
        </p:nvSpPr>
        <p:spPr/>
        <p:txBody>
          <a:bodyPr/>
          <a:lstStyle/>
          <a:p>
            <a:pPr algn="ctr"/>
            <a:r>
              <a:rPr lang="it-IT">
                <a:latin typeface="Times New Roman" panose="02020603050405020304" pitchFamily="18" charset="0"/>
                <a:cs typeface="Times New Roman" panose="02020603050405020304" pitchFamily="18" charset="0"/>
              </a:rPr>
              <a:t>SCREWS VERIFICATION</a:t>
            </a:r>
          </a:p>
        </p:txBody>
      </p:sp>
      <p:sp>
        <p:nvSpPr>
          <p:cNvPr id="3" name="Segnaposto testo 2">
            <a:extLst>
              <a:ext uri="{FF2B5EF4-FFF2-40B4-BE49-F238E27FC236}">
                <a16:creationId xmlns:a16="http://schemas.microsoft.com/office/drawing/2014/main" id="{58E47878-79E5-4050-C656-1B2E7D582F84}"/>
              </a:ext>
            </a:extLst>
          </p:cNvPr>
          <p:cNvSpPr>
            <a:spLocks noGrp="1"/>
          </p:cNvSpPr>
          <p:nvPr>
            <p:ph type="body" sz="quarter" idx="11"/>
          </p:nvPr>
        </p:nvSpPr>
        <p:spPr>
          <a:xfrm>
            <a:off x="359568" y="1124744"/>
            <a:ext cx="8424862" cy="1800101"/>
          </a:xfrm>
        </p:spPr>
        <p:txBody>
          <a:bodyPr>
            <a:normAutofit/>
          </a:bodyPr>
          <a:lstStyle/>
          <a:p>
            <a:pPr algn="just"/>
            <a:r>
              <a:rPr lang="it-IT"/>
              <a:t>The</a:t>
            </a:r>
            <a:r>
              <a:rPr lang="en-US"/>
              <a:t> screw choice was </a:t>
            </a:r>
            <a:r>
              <a:rPr lang="it-IT"/>
              <a:t>made </a:t>
            </a:r>
            <a:r>
              <a:rPr lang="en-US"/>
              <a:t>based on existing similar components, selecting a preload on VDI 2230 table A1 and verifying on Ansys that the minimum preload was enough to avoid slipping of the clamp and to limit the stress generated by the handlebar. Three M6 – 8.8 socket head cap screws have been chosen.</a:t>
            </a:r>
          </a:p>
          <a:p>
            <a:pPr marL="285750" indent="-285750" algn="just">
              <a:buFont typeface="Arial" panose="020B0604020202020204" pitchFamily="34" charset="0"/>
              <a:buChar char="•"/>
            </a:pPr>
            <a:r>
              <a:rPr lang="en-US"/>
              <a:t>Screw 1 (stanchion clamp): M6 x 35 – 8.8 – ISO 4762</a:t>
            </a:r>
          </a:p>
          <a:p>
            <a:pPr marL="285750" indent="-285750" algn="just">
              <a:buFont typeface="Arial" panose="020B0604020202020204" pitchFamily="34" charset="0"/>
              <a:buChar char="•"/>
            </a:pPr>
            <a:r>
              <a:rPr lang="en-US"/>
              <a:t>Screw 2 and 3 (handlebar clamp): M6 x 20 – 8.8 – ISO 4762</a:t>
            </a:r>
          </a:p>
          <a:p>
            <a:pPr marL="285750" indent="-285750" algn="just">
              <a:buFont typeface="Arial" panose="020B0604020202020204" pitchFamily="34" charset="0"/>
              <a:buChar char="•"/>
            </a:pPr>
            <a:endParaRPr lang="en-US"/>
          </a:p>
        </p:txBody>
      </p:sp>
      <p:pic>
        <p:nvPicPr>
          <p:cNvPr id="10" name="Picture 9">
            <a:extLst>
              <a:ext uri="{FF2B5EF4-FFF2-40B4-BE49-F238E27FC236}">
                <a16:creationId xmlns:a16="http://schemas.microsoft.com/office/drawing/2014/main" id="{2B3D7A70-FAE3-CAFD-527D-946EF9160779}"/>
              </a:ext>
            </a:extLst>
          </p:cNvPr>
          <p:cNvPicPr>
            <a:picLocks noChangeAspect="1"/>
          </p:cNvPicPr>
          <p:nvPr/>
        </p:nvPicPr>
        <p:blipFill>
          <a:blip r:embed="rId2"/>
          <a:stretch>
            <a:fillRect/>
          </a:stretch>
        </p:blipFill>
        <p:spPr>
          <a:xfrm>
            <a:off x="1637624" y="3177767"/>
            <a:ext cx="5868752" cy="3044760"/>
          </a:xfrm>
          <a:prstGeom prst="rect">
            <a:avLst/>
          </a:prstGeom>
        </p:spPr>
      </p:pic>
    </p:spTree>
    <p:extLst>
      <p:ext uri="{BB962C8B-B14F-4D97-AF65-F5344CB8AC3E}">
        <p14:creationId xmlns:p14="http://schemas.microsoft.com/office/powerpoint/2010/main" val="878047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4B98D2-0C00-880E-B6FF-BD60645F812A}"/>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5BAF5C56-DF96-27B2-8917-54F79A93901F}"/>
              </a:ext>
            </a:extLst>
          </p:cNvPr>
          <p:cNvSpPr>
            <a:spLocks noGrp="1"/>
          </p:cNvSpPr>
          <p:nvPr>
            <p:ph type="body" sz="quarter" idx="10"/>
          </p:nvPr>
        </p:nvSpPr>
        <p:spPr/>
        <p:txBody>
          <a:bodyPr/>
          <a:lstStyle/>
          <a:p>
            <a:pPr algn="ctr"/>
            <a:r>
              <a:rPr lang="it-IT">
                <a:latin typeface="Times New Roman" panose="02020603050405020304" pitchFamily="18" charset="0"/>
                <a:cs typeface="Times New Roman" panose="02020603050405020304" pitchFamily="18" charset="0"/>
              </a:rPr>
              <a:t>SCREWS VERIFICATION</a:t>
            </a:r>
          </a:p>
        </p:txBody>
      </p:sp>
      <p:sp>
        <p:nvSpPr>
          <p:cNvPr id="3" name="Segnaposto testo 2">
            <a:extLst>
              <a:ext uri="{FF2B5EF4-FFF2-40B4-BE49-F238E27FC236}">
                <a16:creationId xmlns:a16="http://schemas.microsoft.com/office/drawing/2014/main" id="{F97AAC9D-767D-521C-6DB2-302DF168F94A}"/>
              </a:ext>
            </a:extLst>
          </p:cNvPr>
          <p:cNvSpPr>
            <a:spLocks noGrp="1"/>
          </p:cNvSpPr>
          <p:nvPr>
            <p:ph type="body" sz="quarter" idx="11"/>
          </p:nvPr>
        </p:nvSpPr>
        <p:spPr>
          <a:xfrm>
            <a:off x="395288" y="1164605"/>
            <a:ext cx="8424862" cy="863997"/>
          </a:xfrm>
        </p:spPr>
        <p:txBody>
          <a:bodyPr/>
          <a:lstStyle/>
          <a:p>
            <a:pPr algn="just"/>
            <a:r>
              <a:rPr lang="en-US"/>
              <a:t>The screws verification was performed using the VDI approach, the maximum working load at the final time was obtained from the Ansys static analysis using maximum preload. </a:t>
            </a:r>
          </a:p>
        </p:txBody>
      </p:sp>
      <p:sp>
        <p:nvSpPr>
          <p:cNvPr id="6" name="Segnaposto testo 2">
            <a:extLst>
              <a:ext uri="{FF2B5EF4-FFF2-40B4-BE49-F238E27FC236}">
                <a16:creationId xmlns:a16="http://schemas.microsoft.com/office/drawing/2014/main" id="{0AEA38BA-613A-7DB1-9742-413161791037}"/>
              </a:ext>
            </a:extLst>
          </p:cNvPr>
          <p:cNvSpPr txBox="1">
            <a:spLocks/>
          </p:cNvSpPr>
          <p:nvPr/>
        </p:nvSpPr>
        <p:spPr>
          <a:xfrm>
            <a:off x="395288" y="4829398"/>
            <a:ext cx="8424862" cy="863997"/>
          </a:xfrm>
          <a:prstGeom prst="rect">
            <a:avLst/>
          </a:prstGeom>
        </p:spPr>
        <p:txBody>
          <a:bodyPr vert="horz" lIns="91440" tIns="45720" rIns="91440" bIns="45720" rtlCol="0">
            <a:normAutofit lnSpcReduction="10000"/>
          </a:bodyPr>
          <a:lstStyle>
            <a:lvl1pPr marL="0" indent="0" algn="l" defTabSz="685800" rtl="0" eaLnBrk="1" latinLnBrk="0" hangingPunct="1">
              <a:lnSpc>
                <a:spcPct val="90000"/>
              </a:lnSpc>
              <a:spcBef>
                <a:spcPts val="750"/>
              </a:spcBef>
              <a:buFont typeface="Arial" panose="020B0604020202020204" pitchFamily="34" charset="0"/>
              <a:buNone/>
              <a:defRPr sz="1800" kern="1200" baseline="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just"/>
            <a:r>
              <a:rPr lang="en-US"/>
              <a:t>The minimum length of engagement for AlSi10Mg is 7.5 mm (1.25*d) so 9 mm and 11 mm are used for safety.</a:t>
            </a:r>
          </a:p>
          <a:p>
            <a:pPr algn="just"/>
            <a:r>
              <a:rPr lang="en-US"/>
              <a:t>The tightening torque is 6950 [N*mm].</a:t>
            </a:r>
          </a:p>
        </p:txBody>
      </p:sp>
      <p:pic>
        <p:nvPicPr>
          <p:cNvPr id="7" name="Picture 6">
            <a:extLst>
              <a:ext uri="{FF2B5EF4-FFF2-40B4-BE49-F238E27FC236}">
                <a16:creationId xmlns:a16="http://schemas.microsoft.com/office/drawing/2014/main" id="{FF7CC272-4311-21A5-A2D0-593CB7598E90}"/>
              </a:ext>
            </a:extLst>
          </p:cNvPr>
          <p:cNvPicPr>
            <a:picLocks noChangeAspect="1"/>
          </p:cNvPicPr>
          <p:nvPr/>
        </p:nvPicPr>
        <p:blipFill>
          <a:blip r:embed="rId2"/>
          <a:stretch>
            <a:fillRect/>
          </a:stretch>
        </p:blipFill>
        <p:spPr>
          <a:xfrm>
            <a:off x="1452403" y="2383829"/>
            <a:ext cx="6239193" cy="2090342"/>
          </a:xfrm>
          <a:prstGeom prst="rect">
            <a:avLst/>
          </a:prstGeom>
        </p:spPr>
      </p:pic>
    </p:spTree>
    <p:extLst>
      <p:ext uri="{BB962C8B-B14F-4D97-AF65-F5344CB8AC3E}">
        <p14:creationId xmlns:p14="http://schemas.microsoft.com/office/powerpoint/2010/main" val="37778387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542CA-21AF-114C-120D-9339E64B84AE}"/>
            </a:ext>
          </a:extLst>
        </p:cNvPr>
        <p:cNvGrpSpPr/>
        <p:nvPr/>
      </p:nvGrpSpPr>
      <p:grpSpPr>
        <a:xfrm>
          <a:off x="0" y="0"/>
          <a:ext cx="0" cy="0"/>
          <a:chOff x="0" y="0"/>
          <a:chExt cx="0" cy="0"/>
        </a:xfrm>
      </p:grpSpPr>
      <p:cxnSp>
        <p:nvCxnSpPr>
          <p:cNvPr id="20" name="Connettore diritto 19">
            <a:extLst>
              <a:ext uri="{FF2B5EF4-FFF2-40B4-BE49-F238E27FC236}">
                <a16:creationId xmlns:a16="http://schemas.microsoft.com/office/drawing/2014/main" id="{66FD5129-3BC0-5E76-F5B8-1B0DA4B1E254}"/>
              </a:ext>
            </a:extLst>
          </p:cNvPr>
          <p:cNvCxnSpPr>
            <a:cxnSpLocks/>
            <a:stCxn id="7" idx="2"/>
          </p:cNvCxnSpPr>
          <p:nvPr/>
        </p:nvCxnSpPr>
        <p:spPr>
          <a:xfrm flipH="1">
            <a:off x="978036" y="3444646"/>
            <a:ext cx="1" cy="12345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3" name="Connettore diritto 22">
            <a:extLst>
              <a:ext uri="{FF2B5EF4-FFF2-40B4-BE49-F238E27FC236}">
                <a16:creationId xmlns:a16="http://schemas.microsoft.com/office/drawing/2014/main" id="{C1E7A2CF-4856-7F3F-1C4B-C77BA8C59BF6}"/>
              </a:ext>
            </a:extLst>
          </p:cNvPr>
          <p:cNvCxnSpPr>
            <a:cxnSpLocks/>
          </p:cNvCxnSpPr>
          <p:nvPr/>
        </p:nvCxnSpPr>
        <p:spPr>
          <a:xfrm>
            <a:off x="2390620" y="3581508"/>
            <a:ext cx="0" cy="14748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5" name="Connettore diritto 24">
            <a:extLst>
              <a:ext uri="{FF2B5EF4-FFF2-40B4-BE49-F238E27FC236}">
                <a16:creationId xmlns:a16="http://schemas.microsoft.com/office/drawing/2014/main" id="{5637DD89-6C92-A434-3768-CED8E88E275C}"/>
              </a:ext>
            </a:extLst>
          </p:cNvPr>
          <p:cNvCxnSpPr>
            <a:cxnSpLocks/>
          </p:cNvCxnSpPr>
          <p:nvPr/>
        </p:nvCxnSpPr>
        <p:spPr>
          <a:xfrm>
            <a:off x="3780245" y="3444645"/>
            <a:ext cx="0" cy="136863"/>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7" name="Connettore diritto 26">
            <a:extLst>
              <a:ext uri="{FF2B5EF4-FFF2-40B4-BE49-F238E27FC236}">
                <a16:creationId xmlns:a16="http://schemas.microsoft.com/office/drawing/2014/main" id="{B92E5F27-1546-4450-E595-E6BDA72A4E20}"/>
              </a:ext>
            </a:extLst>
          </p:cNvPr>
          <p:cNvCxnSpPr>
            <a:cxnSpLocks/>
          </p:cNvCxnSpPr>
          <p:nvPr/>
        </p:nvCxnSpPr>
        <p:spPr>
          <a:xfrm>
            <a:off x="5148063" y="3579158"/>
            <a:ext cx="0" cy="14748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sp>
        <p:nvSpPr>
          <p:cNvPr id="2" name="Segnaposto testo 1">
            <a:extLst>
              <a:ext uri="{FF2B5EF4-FFF2-40B4-BE49-F238E27FC236}">
                <a16:creationId xmlns:a16="http://schemas.microsoft.com/office/drawing/2014/main" id="{ECC35268-7887-D4B5-2DBA-0582AA789658}"/>
              </a:ext>
            </a:extLst>
          </p:cNvPr>
          <p:cNvSpPr>
            <a:spLocks noGrp="1"/>
          </p:cNvSpPr>
          <p:nvPr>
            <p:ph type="body" sz="quarter" idx="10"/>
          </p:nvPr>
        </p:nvSpPr>
        <p:spPr>
          <a:xfrm>
            <a:off x="460217" y="476672"/>
            <a:ext cx="8424862" cy="648071"/>
          </a:xfrm>
        </p:spPr>
        <p:txBody>
          <a:bodyPr/>
          <a:lstStyle/>
          <a:p>
            <a:pPr algn="ctr"/>
            <a:r>
              <a:rPr lang="it-IT">
                <a:latin typeface="Times New Roman" panose="02020603050405020304" pitchFamily="18" charset="0"/>
                <a:cs typeface="Times New Roman" panose="02020603050405020304" pitchFamily="18" charset="0"/>
              </a:rPr>
              <a:t>THE DESIGN PROCESS</a:t>
            </a:r>
          </a:p>
        </p:txBody>
      </p:sp>
      <p:cxnSp>
        <p:nvCxnSpPr>
          <p:cNvPr id="5" name="Connettore diritto 4">
            <a:extLst>
              <a:ext uri="{FF2B5EF4-FFF2-40B4-BE49-F238E27FC236}">
                <a16:creationId xmlns:a16="http://schemas.microsoft.com/office/drawing/2014/main" id="{44231F31-86B6-D3DD-CF17-6D0041CD61CE}"/>
              </a:ext>
            </a:extLst>
          </p:cNvPr>
          <p:cNvCxnSpPr>
            <a:cxnSpLocks/>
          </p:cNvCxnSpPr>
          <p:nvPr/>
        </p:nvCxnSpPr>
        <p:spPr>
          <a:xfrm>
            <a:off x="755576" y="3573016"/>
            <a:ext cx="7632848" cy="0"/>
          </a:xfrm>
          <a:prstGeom prst="line">
            <a:avLst/>
          </a:prstGeom>
          <a:ln/>
        </p:spPr>
        <p:style>
          <a:lnRef idx="2">
            <a:schemeClr val="dk1"/>
          </a:lnRef>
          <a:fillRef idx="0">
            <a:schemeClr val="dk1"/>
          </a:fillRef>
          <a:effectRef idx="1">
            <a:schemeClr val="dk1"/>
          </a:effectRef>
          <a:fontRef idx="minor">
            <a:schemeClr val="tx1"/>
          </a:fontRef>
        </p:style>
      </p:cxnSp>
      <p:sp>
        <p:nvSpPr>
          <p:cNvPr id="7" name="Rettangolo 6">
            <a:extLst>
              <a:ext uri="{FF2B5EF4-FFF2-40B4-BE49-F238E27FC236}">
                <a16:creationId xmlns:a16="http://schemas.microsoft.com/office/drawing/2014/main" id="{1FC43CA6-62E4-6ABE-B8D0-4E47A657ECA2}"/>
              </a:ext>
            </a:extLst>
          </p:cNvPr>
          <p:cNvSpPr/>
          <p:nvPr/>
        </p:nvSpPr>
        <p:spPr>
          <a:xfrm>
            <a:off x="179512" y="2508555"/>
            <a:ext cx="15970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MATERIALS AND BC’S</a:t>
            </a:r>
            <a:endParaRPr lang="en-US" sz="1400" b="1">
              <a:solidFill>
                <a:schemeClr val="bg2">
                  <a:lumMod val="90000"/>
                </a:schemeClr>
              </a:solidFill>
            </a:endParaRPr>
          </a:p>
        </p:txBody>
      </p:sp>
      <p:sp>
        <p:nvSpPr>
          <p:cNvPr id="8" name="Rettangolo 7">
            <a:extLst>
              <a:ext uri="{FF2B5EF4-FFF2-40B4-BE49-F238E27FC236}">
                <a16:creationId xmlns:a16="http://schemas.microsoft.com/office/drawing/2014/main" id="{15675BC8-B848-5E5E-0AA2-5724341CD3AA}"/>
              </a:ext>
            </a:extLst>
          </p:cNvPr>
          <p:cNvSpPr/>
          <p:nvPr/>
        </p:nvSpPr>
        <p:spPr>
          <a:xfrm>
            <a:off x="1592096" y="3718371"/>
            <a:ext cx="15970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latin typeface="+mj-lt"/>
                <a:cs typeface="Times New Roman" panose="02020603050405020304" pitchFamily="18" charset="0"/>
              </a:rPr>
              <a:t>TOPOLOGY OPTIMIZATION</a:t>
            </a:r>
            <a:endParaRPr lang="en-US" sz="1400" b="1">
              <a:solidFill>
                <a:schemeClr val="bg2">
                  <a:lumMod val="90000"/>
                </a:schemeClr>
              </a:solidFill>
              <a:latin typeface="+mj-lt"/>
              <a:cs typeface="Times New Roman" panose="02020603050405020304" pitchFamily="18" charset="0"/>
            </a:endParaRPr>
          </a:p>
        </p:txBody>
      </p:sp>
      <p:sp>
        <p:nvSpPr>
          <p:cNvPr id="9" name="Rettangolo 8">
            <a:extLst>
              <a:ext uri="{FF2B5EF4-FFF2-40B4-BE49-F238E27FC236}">
                <a16:creationId xmlns:a16="http://schemas.microsoft.com/office/drawing/2014/main" id="{630B0BD1-0E09-0019-0AAF-218CA02A9579}"/>
              </a:ext>
            </a:extLst>
          </p:cNvPr>
          <p:cNvSpPr/>
          <p:nvPr/>
        </p:nvSpPr>
        <p:spPr>
          <a:xfrm>
            <a:off x="2995151" y="2508555"/>
            <a:ext cx="15768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b="1">
                <a:solidFill>
                  <a:schemeClr val="bg2">
                    <a:lumMod val="90000"/>
                  </a:schemeClr>
                </a:solidFill>
              </a:rPr>
              <a:t>STATIC ANALYSIS</a:t>
            </a:r>
          </a:p>
        </p:txBody>
      </p:sp>
      <p:sp>
        <p:nvSpPr>
          <p:cNvPr id="11" name="Rettangolo 10">
            <a:extLst>
              <a:ext uri="{FF2B5EF4-FFF2-40B4-BE49-F238E27FC236}">
                <a16:creationId xmlns:a16="http://schemas.microsoft.com/office/drawing/2014/main" id="{64723704-04B8-557C-02F3-AD13BF811D13}"/>
              </a:ext>
            </a:extLst>
          </p:cNvPr>
          <p:cNvSpPr/>
          <p:nvPr/>
        </p:nvSpPr>
        <p:spPr>
          <a:xfrm>
            <a:off x="4359639" y="3723610"/>
            <a:ext cx="15768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SCREWS VERIFICATION</a:t>
            </a:r>
            <a:endParaRPr lang="en-US" sz="1400" b="1">
              <a:solidFill>
                <a:schemeClr val="bg2">
                  <a:lumMod val="90000"/>
                </a:schemeClr>
              </a:solidFill>
            </a:endParaRPr>
          </a:p>
        </p:txBody>
      </p:sp>
      <p:sp>
        <p:nvSpPr>
          <p:cNvPr id="13" name="Rettangolo 12">
            <a:extLst>
              <a:ext uri="{FF2B5EF4-FFF2-40B4-BE49-F238E27FC236}">
                <a16:creationId xmlns:a16="http://schemas.microsoft.com/office/drawing/2014/main" id="{C6D327F7-6EBF-0A12-7BB9-6F90BB45FE69}"/>
              </a:ext>
            </a:extLst>
          </p:cNvPr>
          <p:cNvSpPr/>
          <p:nvPr/>
        </p:nvSpPr>
        <p:spPr>
          <a:xfrm>
            <a:off x="5731456" y="2508554"/>
            <a:ext cx="1576848" cy="936091"/>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t>FATIGUE ANALYSIS</a:t>
            </a:r>
            <a:endParaRPr lang="en-US" sz="1400" b="1"/>
          </a:p>
        </p:txBody>
      </p:sp>
      <p:cxnSp>
        <p:nvCxnSpPr>
          <p:cNvPr id="16" name="Connettore 2 15">
            <a:extLst>
              <a:ext uri="{FF2B5EF4-FFF2-40B4-BE49-F238E27FC236}">
                <a16:creationId xmlns:a16="http://schemas.microsoft.com/office/drawing/2014/main" id="{78A68634-4551-216C-2E97-729FE257A62F}"/>
              </a:ext>
            </a:extLst>
          </p:cNvPr>
          <p:cNvCxnSpPr>
            <a:cxnSpLocks/>
          </p:cNvCxnSpPr>
          <p:nvPr/>
        </p:nvCxnSpPr>
        <p:spPr>
          <a:xfrm>
            <a:off x="791295" y="3568100"/>
            <a:ext cx="763284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Connettore diritto 27">
            <a:extLst>
              <a:ext uri="{FF2B5EF4-FFF2-40B4-BE49-F238E27FC236}">
                <a16:creationId xmlns:a16="http://schemas.microsoft.com/office/drawing/2014/main" id="{63414906-3493-9459-7A95-0D85F87005C4}"/>
              </a:ext>
            </a:extLst>
          </p:cNvPr>
          <p:cNvCxnSpPr>
            <a:cxnSpLocks/>
          </p:cNvCxnSpPr>
          <p:nvPr/>
        </p:nvCxnSpPr>
        <p:spPr>
          <a:xfrm>
            <a:off x="6519880" y="3444645"/>
            <a:ext cx="0" cy="134513"/>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2423119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00BCD-E9D3-B9AE-45A5-558F18CBF904}"/>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EEA5ED24-27CF-1306-FFD9-10D37B2663AE}"/>
              </a:ext>
            </a:extLst>
          </p:cNvPr>
          <p:cNvSpPr>
            <a:spLocks noGrp="1"/>
          </p:cNvSpPr>
          <p:nvPr>
            <p:ph type="body" sz="quarter" idx="10"/>
          </p:nvPr>
        </p:nvSpPr>
        <p:spPr/>
        <p:txBody>
          <a:bodyPr/>
          <a:lstStyle/>
          <a:p>
            <a:pPr algn="ctr"/>
            <a:r>
              <a:rPr lang="it-IT">
                <a:latin typeface="Times New Roman" panose="02020603050405020304" pitchFamily="18" charset="0"/>
                <a:cs typeface="Times New Roman" panose="02020603050405020304" pitchFamily="18" charset="0"/>
              </a:rPr>
              <a:t>FATIGUE ANALYSIS</a:t>
            </a:r>
          </a:p>
        </p:txBody>
      </p:sp>
      <mc:AlternateContent xmlns:mc="http://schemas.openxmlformats.org/markup-compatibility/2006" xmlns:a14="http://schemas.microsoft.com/office/drawing/2010/main">
        <mc:Choice Requires="a14">
          <p:sp>
            <p:nvSpPr>
              <p:cNvPr id="3" name="Segnaposto testo 2">
                <a:extLst>
                  <a:ext uri="{FF2B5EF4-FFF2-40B4-BE49-F238E27FC236}">
                    <a16:creationId xmlns:a16="http://schemas.microsoft.com/office/drawing/2014/main" id="{B6FE901E-FC76-55E3-0981-BC91C4C65464}"/>
                  </a:ext>
                </a:extLst>
              </p:cNvPr>
              <p:cNvSpPr>
                <a:spLocks noGrp="1"/>
              </p:cNvSpPr>
              <p:nvPr>
                <p:ph type="body" sz="quarter" idx="11"/>
              </p:nvPr>
            </p:nvSpPr>
            <p:spPr>
              <a:xfrm>
                <a:off x="395288" y="800708"/>
                <a:ext cx="4032696" cy="3657996"/>
              </a:xfrm>
            </p:spPr>
            <p:txBody>
              <a:bodyPr>
                <a:normAutofit/>
              </a:bodyPr>
              <a:lstStyle/>
              <a:p>
                <a:pPr algn="just"/>
                <a:r>
                  <a:rPr lang="en-US" sz="1700" dirty="0"/>
                  <a:t>To verify the bracket under dynamic loading, we used the S-N curve of the AlSi10Mg, analyzing the «BEG» sample (build orientation 45°, heat treatment T6, surface treatment micro shot-peening).</a:t>
                </a:r>
              </a:p>
              <a:p>
                <a:pPr marL="285750" indent="-285750" algn="just">
                  <a:buFont typeface="Arial" panose="020B0604020202020204" pitchFamily="34" charset="0"/>
                  <a:buChar char="•"/>
                </a:pPr>
                <a:r>
                  <a:rPr lang="en-US" sz="1700" dirty="0"/>
                  <a:t>N° of cycles = </a:t>
                </a:r>
                <a14:m>
                  <m:oMath xmlns:m="http://schemas.openxmlformats.org/officeDocument/2006/math">
                    <m:sSup>
                      <m:sSupPr>
                        <m:ctrlPr>
                          <a:rPr lang="en-US" sz="1700" b="0" i="1" smtClean="0">
                            <a:latin typeface="Cambria Math" panose="02040503050406030204" pitchFamily="18" charset="0"/>
                          </a:rPr>
                        </m:ctrlPr>
                      </m:sSupPr>
                      <m:e>
                        <m:r>
                          <a:rPr lang="en-US" sz="1700" b="0" i="1" smtClean="0">
                            <a:latin typeface="Cambria Math" panose="02040503050406030204" pitchFamily="18" charset="0"/>
                          </a:rPr>
                          <m:t>10</m:t>
                        </m:r>
                      </m:e>
                      <m:sup>
                        <m:r>
                          <a:rPr lang="en-US" sz="1700" b="0" i="1" smtClean="0">
                            <a:latin typeface="Cambria Math" panose="02040503050406030204" pitchFamily="18" charset="0"/>
                          </a:rPr>
                          <m:t>5</m:t>
                        </m:r>
                      </m:sup>
                    </m:sSup>
                  </m:oMath>
                </a14:m>
                <a:r>
                  <a:rPr lang="en-US" sz="1700" dirty="0"/>
                  <a:t> cycles</a:t>
                </a:r>
              </a:p>
              <a:p>
                <a:pPr marL="285750" indent="-285750" algn="just">
                  <a:buFont typeface="Arial" panose="020B0604020202020204" pitchFamily="34" charset="0"/>
                  <a:buChar char="•"/>
                </a:pPr>
                <a:r>
                  <a:rPr lang="en-US" sz="1700" dirty="0"/>
                  <a:t>Sf (Fatigue Stress Failure) = 105 </a:t>
                </a:r>
                <a:r>
                  <a:rPr lang="en-US" sz="1700" dirty="0" err="1"/>
                  <a:t>Mpa</a:t>
                </a:r>
                <a:endParaRPr lang="en-US" sz="1700" dirty="0"/>
              </a:p>
              <a:p>
                <a:pPr algn="just"/>
                <a:endParaRPr lang="en-US" sz="1700" dirty="0"/>
              </a:p>
              <a:p>
                <a:pPr algn="just"/>
                <a:r>
                  <a:rPr lang="en-US" sz="1600" dirty="0"/>
                  <a:t>The analysis focused on the areas most critical to fatigue phenomenon</a:t>
                </a:r>
                <a:r>
                  <a:rPr lang="en-US" sz="1700" dirty="0"/>
                  <a:t>:</a:t>
                </a:r>
              </a:p>
              <a:p>
                <a:pPr algn="just"/>
                <a:endParaRPr lang="it-IT" sz="1700" b="1" i="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it-IT" sz="1700" b="1" i="0" smtClean="0">
                          <a:latin typeface="Cambria Math" panose="02040503050406030204" pitchFamily="18" charset="0"/>
                        </a:rPr>
                        <m:t>𝐒𝐅</m:t>
                      </m:r>
                      <m:r>
                        <a:rPr lang="it-IT" sz="1700" b="1" i="0" smtClean="0">
                          <a:latin typeface="Cambria Math" panose="02040503050406030204" pitchFamily="18" charset="0"/>
                        </a:rPr>
                        <m:t>=</m:t>
                      </m:r>
                      <m:f>
                        <m:fPr>
                          <m:ctrlPr>
                            <a:rPr lang="it-IT" sz="1700" b="1" i="1" smtClean="0">
                              <a:latin typeface="Cambria Math" panose="02040503050406030204" pitchFamily="18" charset="0"/>
                            </a:rPr>
                          </m:ctrlPr>
                        </m:fPr>
                        <m:num>
                          <m:r>
                            <a:rPr lang="it-IT" sz="1700" b="1" i="1" smtClean="0">
                              <a:latin typeface="Cambria Math" panose="02040503050406030204" pitchFamily="18" charset="0"/>
                            </a:rPr>
                            <m:t>𝑴𝑰𝑵</m:t>
                          </m:r>
                          <m:r>
                            <a:rPr lang="it-IT" sz="1700" b="1" i="1" smtClean="0">
                              <a:latin typeface="Cambria Math" panose="02040503050406030204" pitchFamily="18" charset="0"/>
                            </a:rPr>
                            <m:t>{</m:t>
                          </m:r>
                          <m:sSub>
                            <m:sSubPr>
                              <m:ctrlPr>
                                <a:rPr lang="it-IT" sz="1700" b="1" i="1" smtClean="0">
                                  <a:latin typeface="Cambria Math" panose="02040503050406030204" pitchFamily="18" charset="0"/>
                                </a:rPr>
                              </m:ctrlPr>
                            </m:sSubPr>
                            <m:e>
                              <m:r>
                                <a:rPr lang="it-IT" sz="1700" b="1" i="1" smtClean="0">
                                  <a:latin typeface="Cambria Math" panose="02040503050406030204" pitchFamily="18" charset="0"/>
                                  <a:ea typeface="Cambria Math" panose="02040503050406030204" pitchFamily="18" charset="0"/>
                                </a:rPr>
                                <m:t>𝝈</m:t>
                              </m:r>
                            </m:e>
                            <m:sub>
                              <m:sSub>
                                <m:sSubPr>
                                  <m:ctrlPr>
                                    <a:rPr lang="it-IT" sz="1700" b="1" i="1" smtClean="0">
                                      <a:latin typeface="Cambria Math" panose="02040503050406030204" pitchFamily="18" charset="0"/>
                                    </a:rPr>
                                  </m:ctrlPr>
                                </m:sSubPr>
                                <m:e>
                                  <m:r>
                                    <a:rPr lang="it-IT" sz="1700" b="1" i="1" smtClean="0">
                                      <a:latin typeface="Cambria Math" panose="02040503050406030204" pitchFamily="18" charset="0"/>
                                    </a:rPr>
                                    <m:t>𝒂</m:t>
                                  </m:r>
                                </m:e>
                                <m:sub>
                                  <m:r>
                                    <a:rPr lang="it-IT" sz="1700" b="1" i="1" smtClean="0">
                                      <a:latin typeface="Cambria Math" panose="02040503050406030204" pitchFamily="18" charset="0"/>
                                    </a:rPr>
                                    <m:t>𝑳𝑰𝑴</m:t>
                                  </m:r>
                                </m:sub>
                              </m:sSub>
                            </m:sub>
                          </m:sSub>
                          <m:r>
                            <a:rPr lang="it-IT" sz="1700" b="1" i="1" smtClean="0">
                              <a:latin typeface="Cambria Math" panose="02040503050406030204" pitchFamily="18" charset="0"/>
                            </a:rPr>
                            <m:t>}</m:t>
                          </m:r>
                        </m:num>
                        <m:den>
                          <m:sSub>
                            <m:sSubPr>
                              <m:ctrlPr>
                                <a:rPr lang="it-IT" sz="1700" b="1" i="1" smtClean="0">
                                  <a:latin typeface="Cambria Math" panose="02040503050406030204" pitchFamily="18" charset="0"/>
                                </a:rPr>
                              </m:ctrlPr>
                            </m:sSubPr>
                            <m:e>
                              <m:r>
                                <a:rPr lang="it-IT" sz="1700" b="1" i="1">
                                  <a:latin typeface="Cambria Math" panose="02040503050406030204" pitchFamily="18" charset="0"/>
                                  <a:ea typeface="Cambria Math" panose="02040503050406030204" pitchFamily="18" charset="0"/>
                                </a:rPr>
                                <m:t>𝝈</m:t>
                              </m:r>
                            </m:e>
                            <m:sub>
                              <m:r>
                                <a:rPr lang="it-IT" sz="1700" b="1" i="1" smtClean="0">
                                  <a:latin typeface="Cambria Math" panose="02040503050406030204" pitchFamily="18" charset="0"/>
                                  <a:ea typeface="Cambria Math" panose="02040503050406030204" pitchFamily="18" charset="0"/>
                                </a:rPr>
                                <m:t>𝒂</m:t>
                              </m:r>
                            </m:sub>
                          </m:sSub>
                        </m:den>
                      </m:f>
                      <m:r>
                        <a:rPr lang="it-IT" sz="1700" b="1" i="1" smtClean="0">
                          <a:latin typeface="Cambria Math" panose="02040503050406030204" pitchFamily="18" charset="0"/>
                          <a:ea typeface="Cambria Math" panose="02040503050406030204" pitchFamily="18" charset="0"/>
                        </a:rPr>
                        <m:t>=</m:t>
                      </m:r>
                      <m:r>
                        <a:rPr lang="it-IT" sz="1700" b="1" i="1" smtClean="0">
                          <a:latin typeface="Cambria Math" panose="02040503050406030204" pitchFamily="18" charset="0"/>
                          <a:ea typeface="Cambria Math" panose="02040503050406030204" pitchFamily="18" charset="0"/>
                        </a:rPr>
                        <m:t>𝟐</m:t>
                      </m:r>
                      <m:r>
                        <a:rPr lang="it-IT" sz="1700" b="1" i="1" smtClean="0">
                          <a:latin typeface="Cambria Math" panose="02040503050406030204" pitchFamily="18" charset="0"/>
                          <a:ea typeface="Cambria Math" panose="02040503050406030204" pitchFamily="18" charset="0"/>
                        </a:rPr>
                        <m:t>.</m:t>
                      </m:r>
                      <m:r>
                        <a:rPr lang="it-IT" sz="1700" b="1" i="1" smtClean="0">
                          <a:latin typeface="Cambria Math" panose="02040503050406030204" pitchFamily="18" charset="0"/>
                          <a:ea typeface="Cambria Math" panose="02040503050406030204" pitchFamily="18" charset="0"/>
                        </a:rPr>
                        <m:t>𝟎𝟗</m:t>
                      </m:r>
                      <m:r>
                        <a:rPr lang="it-IT" sz="1700" b="1" i="1" smtClean="0">
                          <a:latin typeface="Cambria Math" panose="02040503050406030204" pitchFamily="18" charset="0"/>
                          <a:ea typeface="Cambria Math" panose="02040503050406030204" pitchFamily="18" charset="0"/>
                        </a:rPr>
                        <m:t> </m:t>
                      </m:r>
                    </m:oMath>
                  </m:oMathPara>
                </a14:m>
                <a:endParaRPr lang="it-IT" sz="1700" b="1" dirty="0"/>
              </a:p>
              <a:p>
                <a:pPr algn="just"/>
                <a:endParaRPr lang="en-US" sz="1600" dirty="0"/>
              </a:p>
              <a:p>
                <a:pPr algn="just"/>
                <a:endParaRPr lang="en-US" dirty="0"/>
              </a:p>
            </p:txBody>
          </p:sp>
        </mc:Choice>
        <mc:Fallback xmlns="">
          <p:sp>
            <p:nvSpPr>
              <p:cNvPr id="3" name="Segnaposto testo 2">
                <a:extLst>
                  <a:ext uri="{FF2B5EF4-FFF2-40B4-BE49-F238E27FC236}">
                    <a16:creationId xmlns:a16="http://schemas.microsoft.com/office/drawing/2014/main" id="{B6FE901E-FC76-55E3-0981-BC91C4C65464}"/>
                  </a:ext>
                </a:extLst>
              </p:cNvPr>
              <p:cNvSpPr>
                <a:spLocks noGrp="1" noRot="1" noChangeAspect="1" noMove="1" noResize="1" noEditPoints="1" noAdjustHandles="1" noChangeArrowheads="1" noChangeShapeType="1" noTextEdit="1"/>
              </p:cNvSpPr>
              <p:nvPr>
                <p:ph type="body" sz="quarter" idx="11"/>
              </p:nvPr>
            </p:nvSpPr>
            <p:spPr>
              <a:xfrm>
                <a:off x="395288" y="800708"/>
                <a:ext cx="4032696" cy="3657996"/>
              </a:xfrm>
              <a:blipFill>
                <a:blip r:embed="rId2"/>
                <a:stretch>
                  <a:fillRect l="-1059" t="-1000" r="-2269"/>
                </a:stretch>
              </a:blipFill>
            </p:spPr>
            <p:txBody>
              <a:bodyPr/>
              <a:lstStyle/>
              <a:p>
                <a:r>
                  <a:rPr lang="it-IT">
                    <a:noFill/>
                  </a:rPr>
                  <a:t> </a:t>
                </a:r>
              </a:p>
            </p:txBody>
          </p:sp>
        </mc:Fallback>
      </mc:AlternateContent>
      <p:pic>
        <p:nvPicPr>
          <p:cNvPr id="6" name="Picture 5">
            <a:extLst>
              <a:ext uri="{FF2B5EF4-FFF2-40B4-BE49-F238E27FC236}">
                <a16:creationId xmlns:a16="http://schemas.microsoft.com/office/drawing/2014/main" id="{418D1C4B-11B3-64BD-AC5B-78780BECA719}"/>
              </a:ext>
            </a:extLst>
          </p:cNvPr>
          <p:cNvPicPr>
            <a:picLocks noChangeAspect="1"/>
          </p:cNvPicPr>
          <p:nvPr/>
        </p:nvPicPr>
        <p:blipFill>
          <a:blip r:embed="rId3"/>
          <a:stretch>
            <a:fillRect/>
          </a:stretch>
        </p:blipFill>
        <p:spPr>
          <a:xfrm>
            <a:off x="4572000" y="1192074"/>
            <a:ext cx="4433906" cy="2236926"/>
          </a:xfrm>
          <a:prstGeom prst="rect">
            <a:avLst/>
          </a:prstGeom>
        </p:spPr>
      </p:pic>
      <p:pic>
        <p:nvPicPr>
          <p:cNvPr id="4" name="Immagine 5">
            <a:extLst>
              <a:ext uri="{FF2B5EF4-FFF2-40B4-BE49-F238E27FC236}">
                <a16:creationId xmlns:a16="http://schemas.microsoft.com/office/drawing/2014/main" id="{5AD865B5-7DFC-E82E-D597-6406E5C35EDD}"/>
              </a:ext>
            </a:extLst>
          </p:cNvPr>
          <p:cNvPicPr>
            <a:picLocks noChangeAspect="1"/>
          </p:cNvPicPr>
          <p:nvPr/>
        </p:nvPicPr>
        <p:blipFill>
          <a:blip r:embed="rId4"/>
          <a:srcRect/>
          <a:stretch/>
        </p:blipFill>
        <p:spPr bwMode="auto">
          <a:xfrm>
            <a:off x="4165206" y="4633138"/>
            <a:ext cx="3454793" cy="1733782"/>
          </a:xfrm>
          <a:prstGeom prst="rect">
            <a:avLst/>
          </a:prstGeom>
          <a:noFill/>
          <a:ln>
            <a:noFill/>
          </a:ln>
        </p:spPr>
      </p:pic>
      <p:pic>
        <p:nvPicPr>
          <p:cNvPr id="5" name="Immagine 4">
            <a:extLst>
              <a:ext uri="{FF2B5EF4-FFF2-40B4-BE49-F238E27FC236}">
                <a16:creationId xmlns:a16="http://schemas.microsoft.com/office/drawing/2014/main" id="{BA173AEC-22D1-15B1-C2BD-F2E821CC0D98}"/>
              </a:ext>
            </a:extLst>
          </p:cNvPr>
          <p:cNvPicPr>
            <a:picLocks noChangeAspect="1"/>
          </p:cNvPicPr>
          <p:nvPr/>
        </p:nvPicPr>
        <p:blipFill>
          <a:blip r:embed="rId5"/>
          <a:srcRect/>
          <a:stretch/>
        </p:blipFill>
        <p:spPr bwMode="auto">
          <a:xfrm>
            <a:off x="507186" y="4633138"/>
            <a:ext cx="3552348" cy="1748189"/>
          </a:xfrm>
          <a:prstGeom prst="rect">
            <a:avLst/>
          </a:prstGeom>
          <a:noFill/>
          <a:ln>
            <a:noFill/>
          </a:ln>
        </p:spPr>
      </p:pic>
    </p:spTree>
    <p:extLst>
      <p:ext uri="{BB962C8B-B14F-4D97-AF65-F5344CB8AC3E}">
        <p14:creationId xmlns:p14="http://schemas.microsoft.com/office/powerpoint/2010/main" val="38290351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29E50-57BB-BE4D-5705-41859AFAB2E2}"/>
            </a:ext>
          </a:extLst>
        </p:cNvPr>
        <p:cNvGrpSpPr/>
        <p:nvPr/>
      </p:nvGrpSpPr>
      <p:grpSpPr>
        <a:xfrm>
          <a:off x="0" y="0"/>
          <a:ext cx="0" cy="0"/>
          <a:chOff x="0" y="0"/>
          <a:chExt cx="0" cy="0"/>
        </a:xfrm>
      </p:grpSpPr>
      <p:cxnSp>
        <p:nvCxnSpPr>
          <p:cNvPr id="20" name="Connettore diritto 19">
            <a:extLst>
              <a:ext uri="{FF2B5EF4-FFF2-40B4-BE49-F238E27FC236}">
                <a16:creationId xmlns:a16="http://schemas.microsoft.com/office/drawing/2014/main" id="{8C6C307E-4D88-42B1-80AA-EA7008E8AD2D}"/>
              </a:ext>
            </a:extLst>
          </p:cNvPr>
          <p:cNvCxnSpPr>
            <a:cxnSpLocks/>
            <a:stCxn id="7" idx="2"/>
          </p:cNvCxnSpPr>
          <p:nvPr/>
        </p:nvCxnSpPr>
        <p:spPr>
          <a:xfrm flipH="1">
            <a:off x="978036" y="3444646"/>
            <a:ext cx="1" cy="12345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8" name="Connettore diritto 27">
            <a:extLst>
              <a:ext uri="{FF2B5EF4-FFF2-40B4-BE49-F238E27FC236}">
                <a16:creationId xmlns:a16="http://schemas.microsoft.com/office/drawing/2014/main" id="{8F662066-7549-03E2-B82E-5D76725AE66D}"/>
              </a:ext>
            </a:extLst>
          </p:cNvPr>
          <p:cNvCxnSpPr>
            <a:cxnSpLocks/>
          </p:cNvCxnSpPr>
          <p:nvPr/>
        </p:nvCxnSpPr>
        <p:spPr>
          <a:xfrm>
            <a:off x="6519880" y="3444645"/>
            <a:ext cx="0" cy="134513"/>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5" name="Connettore diritto 24">
            <a:extLst>
              <a:ext uri="{FF2B5EF4-FFF2-40B4-BE49-F238E27FC236}">
                <a16:creationId xmlns:a16="http://schemas.microsoft.com/office/drawing/2014/main" id="{44C59DC9-1FCA-3781-E462-A364991D7E76}"/>
              </a:ext>
            </a:extLst>
          </p:cNvPr>
          <p:cNvCxnSpPr>
            <a:cxnSpLocks/>
          </p:cNvCxnSpPr>
          <p:nvPr/>
        </p:nvCxnSpPr>
        <p:spPr>
          <a:xfrm>
            <a:off x="3780245" y="3444645"/>
            <a:ext cx="0" cy="136863"/>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sp>
        <p:nvSpPr>
          <p:cNvPr id="2" name="Segnaposto testo 1">
            <a:extLst>
              <a:ext uri="{FF2B5EF4-FFF2-40B4-BE49-F238E27FC236}">
                <a16:creationId xmlns:a16="http://schemas.microsoft.com/office/drawing/2014/main" id="{D99721E6-42F4-0AEC-7D70-0B4CCE2E1867}"/>
              </a:ext>
            </a:extLst>
          </p:cNvPr>
          <p:cNvSpPr>
            <a:spLocks noGrp="1"/>
          </p:cNvSpPr>
          <p:nvPr>
            <p:ph type="body" sz="quarter" idx="10"/>
          </p:nvPr>
        </p:nvSpPr>
        <p:spPr>
          <a:xfrm>
            <a:off x="460217" y="476672"/>
            <a:ext cx="8424862" cy="648071"/>
          </a:xfrm>
        </p:spPr>
        <p:txBody>
          <a:bodyPr/>
          <a:lstStyle/>
          <a:p>
            <a:pPr algn="ctr"/>
            <a:r>
              <a:rPr lang="it-IT">
                <a:latin typeface="Times New Roman" panose="02020603050405020304" pitchFamily="18" charset="0"/>
                <a:cs typeface="Times New Roman" panose="02020603050405020304" pitchFamily="18" charset="0"/>
              </a:rPr>
              <a:t>THE DESIGN PROCESS</a:t>
            </a:r>
          </a:p>
        </p:txBody>
      </p:sp>
      <p:cxnSp>
        <p:nvCxnSpPr>
          <p:cNvPr id="5" name="Connettore diritto 4">
            <a:extLst>
              <a:ext uri="{FF2B5EF4-FFF2-40B4-BE49-F238E27FC236}">
                <a16:creationId xmlns:a16="http://schemas.microsoft.com/office/drawing/2014/main" id="{F1DA76A8-E158-52D8-D658-0F8E8FD7148F}"/>
              </a:ext>
            </a:extLst>
          </p:cNvPr>
          <p:cNvCxnSpPr>
            <a:cxnSpLocks/>
          </p:cNvCxnSpPr>
          <p:nvPr/>
        </p:nvCxnSpPr>
        <p:spPr>
          <a:xfrm>
            <a:off x="755576" y="3573016"/>
            <a:ext cx="7632848" cy="0"/>
          </a:xfrm>
          <a:prstGeom prst="line">
            <a:avLst/>
          </a:prstGeom>
          <a:ln/>
        </p:spPr>
        <p:style>
          <a:lnRef idx="2">
            <a:schemeClr val="dk1"/>
          </a:lnRef>
          <a:fillRef idx="0">
            <a:schemeClr val="dk1"/>
          </a:fillRef>
          <a:effectRef idx="1">
            <a:schemeClr val="dk1"/>
          </a:effectRef>
          <a:fontRef idx="minor">
            <a:schemeClr val="tx1"/>
          </a:fontRef>
        </p:style>
      </p:cxnSp>
      <p:sp>
        <p:nvSpPr>
          <p:cNvPr id="7" name="Rettangolo 6">
            <a:extLst>
              <a:ext uri="{FF2B5EF4-FFF2-40B4-BE49-F238E27FC236}">
                <a16:creationId xmlns:a16="http://schemas.microsoft.com/office/drawing/2014/main" id="{623C88C7-EBCD-0209-EFE6-D5C33FC9678C}"/>
              </a:ext>
            </a:extLst>
          </p:cNvPr>
          <p:cNvSpPr/>
          <p:nvPr/>
        </p:nvSpPr>
        <p:spPr>
          <a:xfrm>
            <a:off x="179512" y="2508555"/>
            <a:ext cx="15970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MATERIALS AND BC’S</a:t>
            </a:r>
            <a:endParaRPr lang="en-US" sz="1400" b="1">
              <a:solidFill>
                <a:schemeClr val="bg2">
                  <a:lumMod val="90000"/>
                </a:schemeClr>
              </a:solidFill>
            </a:endParaRPr>
          </a:p>
        </p:txBody>
      </p:sp>
      <p:sp>
        <p:nvSpPr>
          <p:cNvPr id="8" name="Rettangolo 7">
            <a:extLst>
              <a:ext uri="{FF2B5EF4-FFF2-40B4-BE49-F238E27FC236}">
                <a16:creationId xmlns:a16="http://schemas.microsoft.com/office/drawing/2014/main" id="{CBA21DE0-5F70-4CDD-C516-943C088244AD}"/>
              </a:ext>
            </a:extLst>
          </p:cNvPr>
          <p:cNvSpPr/>
          <p:nvPr/>
        </p:nvSpPr>
        <p:spPr>
          <a:xfrm>
            <a:off x="1592096" y="3718371"/>
            <a:ext cx="15970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latin typeface="+mj-lt"/>
                <a:cs typeface="Times New Roman" panose="02020603050405020304" pitchFamily="18" charset="0"/>
              </a:rPr>
              <a:t>TOPOLOGY OPTIMIZATION</a:t>
            </a:r>
            <a:endParaRPr lang="en-US" sz="1400" b="1">
              <a:solidFill>
                <a:schemeClr val="bg2">
                  <a:lumMod val="90000"/>
                </a:schemeClr>
              </a:solidFill>
              <a:latin typeface="+mj-lt"/>
              <a:cs typeface="Times New Roman" panose="02020603050405020304" pitchFamily="18" charset="0"/>
            </a:endParaRPr>
          </a:p>
        </p:txBody>
      </p:sp>
      <p:sp>
        <p:nvSpPr>
          <p:cNvPr id="9" name="Rettangolo 8">
            <a:extLst>
              <a:ext uri="{FF2B5EF4-FFF2-40B4-BE49-F238E27FC236}">
                <a16:creationId xmlns:a16="http://schemas.microsoft.com/office/drawing/2014/main" id="{9B05E882-E87E-1FED-EF48-857B00E3052B}"/>
              </a:ext>
            </a:extLst>
          </p:cNvPr>
          <p:cNvSpPr/>
          <p:nvPr/>
        </p:nvSpPr>
        <p:spPr>
          <a:xfrm>
            <a:off x="2995151" y="2508555"/>
            <a:ext cx="15768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STATIC ANALYSIS</a:t>
            </a:r>
            <a:endParaRPr lang="en-US" sz="1400" b="1">
              <a:solidFill>
                <a:schemeClr val="bg2">
                  <a:lumMod val="90000"/>
                </a:schemeClr>
              </a:solidFill>
            </a:endParaRPr>
          </a:p>
        </p:txBody>
      </p:sp>
      <p:sp>
        <p:nvSpPr>
          <p:cNvPr id="11" name="Rettangolo 10">
            <a:extLst>
              <a:ext uri="{FF2B5EF4-FFF2-40B4-BE49-F238E27FC236}">
                <a16:creationId xmlns:a16="http://schemas.microsoft.com/office/drawing/2014/main" id="{AADD4F18-8987-B351-BF10-FD18A932425A}"/>
              </a:ext>
            </a:extLst>
          </p:cNvPr>
          <p:cNvSpPr/>
          <p:nvPr/>
        </p:nvSpPr>
        <p:spPr>
          <a:xfrm>
            <a:off x="4359639" y="3723610"/>
            <a:ext cx="1576849"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SCREWS VERIFICATION</a:t>
            </a:r>
            <a:endParaRPr lang="en-US" sz="1400" b="1">
              <a:solidFill>
                <a:schemeClr val="bg2">
                  <a:lumMod val="90000"/>
                </a:schemeClr>
              </a:solidFill>
            </a:endParaRPr>
          </a:p>
        </p:txBody>
      </p:sp>
      <p:sp>
        <p:nvSpPr>
          <p:cNvPr id="13" name="Rettangolo 12">
            <a:extLst>
              <a:ext uri="{FF2B5EF4-FFF2-40B4-BE49-F238E27FC236}">
                <a16:creationId xmlns:a16="http://schemas.microsoft.com/office/drawing/2014/main" id="{7B972154-C99B-AF46-9B5A-C5AA90212FF8}"/>
              </a:ext>
            </a:extLst>
          </p:cNvPr>
          <p:cNvSpPr/>
          <p:nvPr/>
        </p:nvSpPr>
        <p:spPr>
          <a:xfrm>
            <a:off x="5731456" y="2508554"/>
            <a:ext cx="1576848" cy="936091"/>
          </a:xfrm>
          <a:prstGeom prst="rect">
            <a:avLst/>
          </a:prstGeom>
          <a:noFill/>
          <a:ln>
            <a:solidFill>
              <a:schemeClr val="bg2">
                <a:lumMod val="9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solidFill>
                  <a:schemeClr val="bg2">
                    <a:lumMod val="90000"/>
                  </a:schemeClr>
                </a:solidFill>
              </a:rPr>
              <a:t>FATIGUE ANALYSIS</a:t>
            </a:r>
            <a:endParaRPr lang="en-US" sz="1400" b="1">
              <a:solidFill>
                <a:schemeClr val="bg2">
                  <a:lumMod val="90000"/>
                </a:schemeClr>
              </a:solidFill>
            </a:endParaRPr>
          </a:p>
        </p:txBody>
      </p:sp>
      <p:sp>
        <p:nvSpPr>
          <p:cNvPr id="14" name="Rettangolo 13">
            <a:extLst>
              <a:ext uri="{FF2B5EF4-FFF2-40B4-BE49-F238E27FC236}">
                <a16:creationId xmlns:a16="http://schemas.microsoft.com/office/drawing/2014/main" id="{293F5A68-416E-4BCC-C006-D000A1502053}"/>
              </a:ext>
            </a:extLst>
          </p:cNvPr>
          <p:cNvSpPr/>
          <p:nvPr/>
        </p:nvSpPr>
        <p:spPr>
          <a:xfrm>
            <a:off x="6984269" y="3718370"/>
            <a:ext cx="1645190" cy="936091"/>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400" b="1"/>
              <a:t>MANUFACTURING PROCESS</a:t>
            </a:r>
            <a:endParaRPr lang="en-US" sz="1400" b="1"/>
          </a:p>
        </p:txBody>
      </p:sp>
      <p:cxnSp>
        <p:nvCxnSpPr>
          <p:cNvPr id="16" name="Connettore 2 15">
            <a:extLst>
              <a:ext uri="{FF2B5EF4-FFF2-40B4-BE49-F238E27FC236}">
                <a16:creationId xmlns:a16="http://schemas.microsoft.com/office/drawing/2014/main" id="{21D3F4B4-19E5-990C-725E-B7FF42C087B1}"/>
              </a:ext>
            </a:extLst>
          </p:cNvPr>
          <p:cNvCxnSpPr>
            <a:cxnSpLocks/>
          </p:cNvCxnSpPr>
          <p:nvPr/>
        </p:nvCxnSpPr>
        <p:spPr>
          <a:xfrm>
            <a:off x="791295" y="3568100"/>
            <a:ext cx="763284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Connettore diritto 22">
            <a:extLst>
              <a:ext uri="{FF2B5EF4-FFF2-40B4-BE49-F238E27FC236}">
                <a16:creationId xmlns:a16="http://schemas.microsoft.com/office/drawing/2014/main" id="{DD72B7C0-05E4-798C-0074-438518DCA95F}"/>
              </a:ext>
            </a:extLst>
          </p:cNvPr>
          <p:cNvCxnSpPr>
            <a:cxnSpLocks/>
          </p:cNvCxnSpPr>
          <p:nvPr/>
        </p:nvCxnSpPr>
        <p:spPr>
          <a:xfrm>
            <a:off x="2390620" y="3581508"/>
            <a:ext cx="0" cy="14748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27" name="Connettore diritto 26">
            <a:extLst>
              <a:ext uri="{FF2B5EF4-FFF2-40B4-BE49-F238E27FC236}">
                <a16:creationId xmlns:a16="http://schemas.microsoft.com/office/drawing/2014/main" id="{3096EA97-00E4-CC75-F647-D9FA927DB660}"/>
              </a:ext>
            </a:extLst>
          </p:cNvPr>
          <p:cNvCxnSpPr>
            <a:cxnSpLocks/>
          </p:cNvCxnSpPr>
          <p:nvPr/>
        </p:nvCxnSpPr>
        <p:spPr>
          <a:xfrm>
            <a:off x="5148063" y="3579158"/>
            <a:ext cx="0" cy="147484"/>
          </a:xfrm>
          <a:prstGeom prst="line">
            <a:avLst/>
          </a:prstGeom>
          <a:ln>
            <a:solidFill>
              <a:schemeClr val="bg2">
                <a:lumMod val="90000"/>
              </a:schemeClr>
            </a:solidFill>
          </a:ln>
        </p:spPr>
        <p:style>
          <a:lnRef idx="2">
            <a:schemeClr val="dk1"/>
          </a:lnRef>
          <a:fillRef idx="0">
            <a:schemeClr val="dk1"/>
          </a:fillRef>
          <a:effectRef idx="1">
            <a:schemeClr val="dk1"/>
          </a:effectRef>
          <a:fontRef idx="minor">
            <a:schemeClr val="tx1"/>
          </a:fontRef>
        </p:style>
      </p:cxnSp>
      <p:cxnSp>
        <p:nvCxnSpPr>
          <p:cNvPr id="30" name="Connettore diritto 29">
            <a:extLst>
              <a:ext uri="{FF2B5EF4-FFF2-40B4-BE49-F238E27FC236}">
                <a16:creationId xmlns:a16="http://schemas.microsoft.com/office/drawing/2014/main" id="{14F1F1E4-E67D-7B32-480C-A512BB7B9663}"/>
              </a:ext>
            </a:extLst>
          </p:cNvPr>
          <p:cNvCxnSpPr>
            <a:cxnSpLocks/>
          </p:cNvCxnSpPr>
          <p:nvPr/>
        </p:nvCxnSpPr>
        <p:spPr>
          <a:xfrm>
            <a:off x="7806864" y="3583158"/>
            <a:ext cx="0" cy="147484"/>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898766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48D7B-2805-FFD7-74C0-DA2093FD4BC0}"/>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BD35A042-5FC1-47A7-F958-0DB0F7AD825C}"/>
              </a:ext>
            </a:extLst>
          </p:cNvPr>
          <p:cNvSpPr>
            <a:spLocks noGrp="1"/>
          </p:cNvSpPr>
          <p:nvPr>
            <p:ph type="body" sz="quarter" idx="10"/>
          </p:nvPr>
        </p:nvSpPr>
        <p:spPr>
          <a:xfrm>
            <a:off x="359569" y="90122"/>
            <a:ext cx="8424862" cy="404664"/>
          </a:xfrm>
        </p:spPr>
        <p:txBody>
          <a:bodyPr/>
          <a:lstStyle/>
          <a:p>
            <a:pPr algn="ctr"/>
            <a:r>
              <a:rPr lang="it-IT">
                <a:latin typeface="Times New Roman" panose="02020603050405020304" pitchFamily="18" charset="0"/>
                <a:cs typeface="Times New Roman" panose="02020603050405020304" pitchFamily="18" charset="0"/>
              </a:rPr>
              <a:t>MANUFACTURING PROCESS</a:t>
            </a:r>
          </a:p>
        </p:txBody>
      </p:sp>
      <p:sp>
        <p:nvSpPr>
          <p:cNvPr id="3" name="Segnaposto testo 2">
            <a:extLst>
              <a:ext uri="{FF2B5EF4-FFF2-40B4-BE49-F238E27FC236}">
                <a16:creationId xmlns:a16="http://schemas.microsoft.com/office/drawing/2014/main" id="{9006C66E-86E9-516E-CDFF-519D10D9821F}"/>
              </a:ext>
            </a:extLst>
          </p:cNvPr>
          <p:cNvSpPr>
            <a:spLocks noGrp="1"/>
          </p:cNvSpPr>
          <p:nvPr>
            <p:ph type="body" sz="quarter" idx="11"/>
          </p:nvPr>
        </p:nvSpPr>
        <p:spPr>
          <a:xfrm>
            <a:off x="359569" y="361310"/>
            <a:ext cx="8424862" cy="1555522"/>
          </a:xfrm>
        </p:spPr>
        <p:txBody>
          <a:bodyPr>
            <a:normAutofit/>
          </a:bodyPr>
          <a:lstStyle/>
          <a:p>
            <a:r>
              <a:rPr lang="en-US" b="1"/>
              <a:t>Technical drawing: </a:t>
            </a:r>
          </a:p>
          <a:p>
            <a:pPr marL="285750" indent="-285750">
              <a:buFont typeface="Arial" panose="020B0604020202020204" pitchFamily="34" charset="0"/>
              <a:buChar char="•"/>
            </a:pPr>
            <a:r>
              <a:rPr lang="en-US" sz="1600"/>
              <a:t>General surface roughness BEG: Ra = 7.3 </a:t>
            </a:r>
            <a:r>
              <a:rPr lang="el-GR" sz="1600">
                <a:latin typeface="Aptos Narrow" panose="020B0004020202020204" pitchFamily="34" charset="0"/>
              </a:rPr>
              <a:t>μ</a:t>
            </a:r>
            <a:r>
              <a:rPr lang="it-IT" sz="1600">
                <a:latin typeface="Aptos Narrow" panose="020B0004020202020204" pitchFamily="34" charset="0"/>
              </a:rPr>
              <a:t>m </a:t>
            </a:r>
          </a:p>
          <a:p>
            <a:pPr marL="285750" indent="-285750">
              <a:buFont typeface="Arial" panose="020B0604020202020204" pitchFamily="34" charset="0"/>
              <a:buChar char="•"/>
            </a:pPr>
            <a:r>
              <a:rPr lang="en-US" sz="1600">
                <a:latin typeface="Aptos Narrow" panose="020B0004020202020204" pitchFamily="34" charset="0"/>
              </a:rPr>
              <a:t>Mating</a:t>
            </a:r>
            <a:r>
              <a:rPr lang="it-IT" sz="1600">
                <a:latin typeface="Aptos Narrow" panose="020B0004020202020204" pitchFamily="34" charset="0"/>
              </a:rPr>
              <a:t> </a:t>
            </a:r>
            <a:r>
              <a:rPr lang="en-US" sz="1600">
                <a:latin typeface="Aptos Narrow" panose="020B0004020202020204" pitchFamily="34" charset="0"/>
              </a:rPr>
              <a:t>surfaces with stanchion and handlebar: clearance fit permitting manual insertion, cylindricity, Ra = 0.8 </a:t>
            </a:r>
            <a:r>
              <a:rPr lang="el-GR" sz="1600">
                <a:latin typeface="Aptos Narrow" panose="020B0004020202020204" pitchFamily="34" charset="0"/>
              </a:rPr>
              <a:t>μ</a:t>
            </a:r>
            <a:r>
              <a:rPr lang="it-IT" sz="1600">
                <a:latin typeface="Aptos Narrow" panose="020B0004020202020204" pitchFamily="34" charset="0"/>
              </a:rPr>
              <a:t>m</a:t>
            </a:r>
          </a:p>
          <a:p>
            <a:pPr marL="285750" indent="-285750">
              <a:buFont typeface="Arial" panose="020B0604020202020204" pitchFamily="34" charset="0"/>
              <a:buChar char="•"/>
            </a:pPr>
            <a:r>
              <a:rPr lang="en-US" sz="1600">
                <a:latin typeface="Aptos Narrow" panose="020B0004020202020204" pitchFamily="34" charset="0"/>
              </a:rPr>
              <a:t>Screws</a:t>
            </a:r>
            <a:r>
              <a:rPr lang="it-IT" sz="1600">
                <a:latin typeface="Aptos Narrow" panose="020B0004020202020204" pitchFamily="34" charset="0"/>
              </a:rPr>
              <a:t> </a:t>
            </a:r>
            <a:r>
              <a:rPr lang="en-US" sz="1600" err="1">
                <a:latin typeface="Aptos Narrow" panose="020B0004020202020204" pitchFamily="34" charset="0"/>
              </a:rPr>
              <a:t>underhead</a:t>
            </a:r>
            <a:r>
              <a:rPr lang="it-IT" sz="1600">
                <a:latin typeface="Aptos Narrow" panose="020B0004020202020204" pitchFamily="34" charset="0"/>
              </a:rPr>
              <a:t> </a:t>
            </a:r>
            <a:r>
              <a:rPr lang="en-US" sz="1600">
                <a:latin typeface="Aptos Narrow" panose="020B0004020202020204" pitchFamily="34" charset="0"/>
              </a:rPr>
              <a:t>bearing</a:t>
            </a:r>
            <a:r>
              <a:rPr lang="it-IT" sz="1600">
                <a:latin typeface="Aptos Narrow" panose="020B0004020202020204" pitchFamily="34" charset="0"/>
              </a:rPr>
              <a:t> </a:t>
            </a:r>
            <a:r>
              <a:rPr lang="en-US" sz="1600">
                <a:latin typeface="Aptos Narrow" panose="020B0004020202020204" pitchFamily="34" charset="0"/>
              </a:rPr>
              <a:t>surfaces</a:t>
            </a:r>
            <a:r>
              <a:rPr lang="it-IT" sz="1600">
                <a:latin typeface="Aptos Narrow" panose="020B0004020202020204" pitchFamily="34" charset="0"/>
              </a:rPr>
              <a:t>: Ra = 1.6 </a:t>
            </a:r>
            <a:r>
              <a:rPr lang="el-GR" sz="1600">
                <a:latin typeface="Aptos Narrow" panose="020B0004020202020204" pitchFamily="34" charset="0"/>
              </a:rPr>
              <a:t>μ</a:t>
            </a:r>
            <a:r>
              <a:rPr lang="it-IT" sz="1600">
                <a:latin typeface="Aptos Narrow" panose="020B0004020202020204" pitchFamily="34" charset="0"/>
              </a:rPr>
              <a:t>m</a:t>
            </a:r>
          </a:p>
          <a:p>
            <a:endParaRPr lang="en-US"/>
          </a:p>
          <a:p>
            <a:endParaRPr lang="en-US"/>
          </a:p>
        </p:txBody>
      </p:sp>
      <p:pic>
        <p:nvPicPr>
          <p:cNvPr id="6" name="Picture 5">
            <a:extLst>
              <a:ext uri="{FF2B5EF4-FFF2-40B4-BE49-F238E27FC236}">
                <a16:creationId xmlns:a16="http://schemas.microsoft.com/office/drawing/2014/main" id="{FAD3AD18-E401-1EAE-2F4E-B3D172EA9D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552" y="1846102"/>
            <a:ext cx="7056784" cy="4917212"/>
          </a:xfrm>
          <a:prstGeom prst="rect">
            <a:avLst/>
          </a:prstGeom>
        </p:spPr>
      </p:pic>
    </p:spTree>
    <p:extLst>
      <p:ext uri="{BB962C8B-B14F-4D97-AF65-F5344CB8AC3E}">
        <p14:creationId xmlns:p14="http://schemas.microsoft.com/office/powerpoint/2010/main" val="10738481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5DB57-A496-56BF-BE07-CF365C789AF0}"/>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3F131BA3-329F-FB85-B8C9-44422BA7EDE0}"/>
              </a:ext>
            </a:extLst>
          </p:cNvPr>
          <p:cNvSpPr>
            <a:spLocks noGrp="1"/>
          </p:cNvSpPr>
          <p:nvPr>
            <p:ph type="body" sz="quarter" idx="10"/>
          </p:nvPr>
        </p:nvSpPr>
        <p:spPr>
          <a:xfrm>
            <a:off x="393378" y="154308"/>
            <a:ext cx="8424862" cy="648071"/>
          </a:xfrm>
        </p:spPr>
        <p:txBody>
          <a:bodyPr/>
          <a:lstStyle/>
          <a:p>
            <a:pPr algn="ctr"/>
            <a:r>
              <a:rPr lang="it-IT">
                <a:latin typeface="Times New Roman" panose="02020603050405020304" pitchFamily="18" charset="0"/>
                <a:cs typeface="Times New Roman" panose="02020603050405020304" pitchFamily="18" charset="0"/>
              </a:rPr>
              <a:t>MANUFACTURING PROCESS</a:t>
            </a:r>
          </a:p>
        </p:txBody>
      </p:sp>
      <p:pic>
        <p:nvPicPr>
          <p:cNvPr id="7" name="Immagine 6" descr="Immagine che contiene schermata, Modellazione 3D, Software per la grafica, Software per videogiochi&#10;&#10;Descrizione generata automaticamente">
            <a:extLst>
              <a:ext uri="{FF2B5EF4-FFF2-40B4-BE49-F238E27FC236}">
                <a16:creationId xmlns:a16="http://schemas.microsoft.com/office/drawing/2014/main" id="{DC1E2E36-B644-7880-86EE-9108DF304B77}"/>
              </a:ext>
            </a:extLst>
          </p:cNvPr>
          <p:cNvPicPr>
            <a:picLocks noChangeAspect="1"/>
          </p:cNvPicPr>
          <p:nvPr/>
        </p:nvPicPr>
        <p:blipFill>
          <a:blip r:embed="rId2"/>
          <a:srcRect l="6913"/>
          <a:stretch/>
        </p:blipFill>
        <p:spPr>
          <a:xfrm>
            <a:off x="1396181" y="3284984"/>
            <a:ext cx="5659934" cy="3159062"/>
          </a:xfrm>
          <a:prstGeom prst="rect">
            <a:avLst/>
          </a:prstGeom>
        </p:spPr>
      </p:pic>
      <p:sp>
        <p:nvSpPr>
          <p:cNvPr id="8" name="Segnaposto testo 2">
            <a:extLst>
              <a:ext uri="{FF2B5EF4-FFF2-40B4-BE49-F238E27FC236}">
                <a16:creationId xmlns:a16="http://schemas.microsoft.com/office/drawing/2014/main" id="{F99ED0E2-3A63-FE6D-BA7E-49CE7871552C}"/>
              </a:ext>
            </a:extLst>
          </p:cNvPr>
          <p:cNvSpPr txBox="1">
            <a:spLocks noGrp="1"/>
          </p:cNvSpPr>
          <p:nvPr>
            <p:ph type="body" sz="quarter" idx="11"/>
          </p:nvPr>
        </p:nvSpPr>
        <p:spPr>
          <a:xfrm>
            <a:off x="325760" y="378768"/>
            <a:ext cx="8530336" cy="3050232"/>
          </a:xfrm>
          <a:prstGeom prst="rect">
            <a:avLst/>
          </a:prstGeom>
        </p:spPr>
        <p:txBody>
          <a:bodyPr vert="horz" lIns="91440" tIns="45720" rIns="91440" bIns="45720" rtlCol="0">
            <a:normAutofit/>
          </a:bodyPr>
          <a:lstStyle>
            <a:lvl1pPr marL="0" indent="0" algn="l" defTabSz="685800" rtl="0" eaLnBrk="1" latinLnBrk="0" hangingPunct="1">
              <a:lnSpc>
                <a:spcPct val="90000"/>
              </a:lnSpc>
              <a:spcBef>
                <a:spcPts val="750"/>
              </a:spcBef>
              <a:buFont typeface="Arial" panose="020B0604020202020204" pitchFamily="34" charset="0"/>
              <a:buNone/>
              <a:defRPr sz="1800" kern="1200" baseline="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2000" b="1"/>
              <a:t>Printing process:</a:t>
            </a:r>
          </a:p>
          <a:p>
            <a:pPr algn="just"/>
            <a:r>
              <a:rPr lang="en-US"/>
              <a:t>In conclusion, we simulated a manufacturing process using Altair Inspire.</a:t>
            </a:r>
          </a:p>
          <a:p>
            <a:pPr algn="just">
              <a:spcBef>
                <a:spcPts val="0"/>
              </a:spcBef>
            </a:pPr>
            <a:r>
              <a:rPr lang="en-US"/>
              <a:t>To minimize deformations after printing, we analyzed the thermal map, to find a balance between time, support material and deformations. </a:t>
            </a:r>
          </a:p>
          <a:p>
            <a:pPr algn="just">
              <a:spcBef>
                <a:spcPts val="0"/>
              </a:spcBef>
            </a:pPr>
            <a:r>
              <a:rPr lang="en-US"/>
              <a:t>The following configuration at 45° minimized the deformations, obtaining a value of 0.65 mm.</a:t>
            </a:r>
          </a:p>
          <a:p>
            <a:pPr algn="just"/>
            <a:r>
              <a:rPr lang="en-US"/>
              <a:t>The required printing time is about 4.30 hours, after that  T6 heat treatment and micro shot-peening are performed to improve mechanical properties. </a:t>
            </a:r>
          </a:p>
          <a:p>
            <a:pPr algn="just"/>
            <a:r>
              <a:rPr lang="en-US"/>
              <a:t>The last process is a CNC machining to  refine the mating surfaces, the relief groove and the threaded holes. </a:t>
            </a:r>
          </a:p>
        </p:txBody>
      </p:sp>
    </p:spTree>
    <p:extLst>
      <p:ext uri="{BB962C8B-B14F-4D97-AF65-F5344CB8AC3E}">
        <p14:creationId xmlns:p14="http://schemas.microsoft.com/office/powerpoint/2010/main" val="3357657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EAFC170-662E-2F20-8D01-91C47D335C37}"/>
              </a:ext>
            </a:extLst>
          </p:cNvPr>
          <p:cNvSpPr>
            <a:spLocks noGrp="1"/>
          </p:cNvSpPr>
          <p:nvPr>
            <p:ph type="body" sz="quarter" idx="10"/>
          </p:nvPr>
        </p:nvSpPr>
        <p:spPr>
          <a:xfrm>
            <a:off x="395288" y="476673"/>
            <a:ext cx="8424862" cy="576063"/>
          </a:xfrm>
        </p:spPr>
        <p:txBody>
          <a:bodyPr/>
          <a:lstStyle/>
          <a:p>
            <a:pPr algn="ctr"/>
            <a:r>
              <a:rPr lang="it-IT">
                <a:latin typeface="Times New Roman" panose="02020603050405020304" pitchFamily="18" charset="0"/>
                <a:cs typeface="Times New Roman" panose="02020603050405020304" pitchFamily="18" charset="0"/>
              </a:rPr>
              <a:t>MANUFACTURING PROCESS</a:t>
            </a:r>
          </a:p>
          <a:p>
            <a:pPr algn="ctr"/>
            <a:endParaRPr lang="en-US"/>
          </a:p>
        </p:txBody>
      </p:sp>
      <p:sp>
        <p:nvSpPr>
          <p:cNvPr id="3" name="Text Placeholder 2">
            <a:extLst>
              <a:ext uri="{FF2B5EF4-FFF2-40B4-BE49-F238E27FC236}">
                <a16:creationId xmlns:a16="http://schemas.microsoft.com/office/drawing/2014/main" id="{130B4FD5-B4A5-7402-B6E4-A20E5C10C466}"/>
              </a:ext>
            </a:extLst>
          </p:cNvPr>
          <p:cNvSpPr>
            <a:spLocks noGrp="1"/>
          </p:cNvSpPr>
          <p:nvPr>
            <p:ph type="body" sz="quarter" idx="11"/>
          </p:nvPr>
        </p:nvSpPr>
        <p:spPr>
          <a:xfrm>
            <a:off x="395288" y="1412875"/>
            <a:ext cx="3240608" cy="431949"/>
          </a:xfrm>
        </p:spPr>
        <p:txBody>
          <a:bodyPr>
            <a:normAutofit/>
          </a:bodyPr>
          <a:lstStyle/>
          <a:p>
            <a:r>
              <a:rPr lang="en-US" sz="1800" b="1" dirty="0"/>
              <a:t>Final</a:t>
            </a:r>
            <a:r>
              <a:rPr lang="it-IT" sz="1800" b="1" dirty="0"/>
              <a:t> product and assembly:</a:t>
            </a:r>
          </a:p>
          <a:p>
            <a:endParaRPr lang="it-IT" b="1" dirty="0"/>
          </a:p>
          <a:p>
            <a:endParaRPr lang="it-IT" sz="1800" b="1" dirty="0"/>
          </a:p>
          <a:p>
            <a:endParaRPr lang="en-US" dirty="0"/>
          </a:p>
        </p:txBody>
      </p:sp>
      <p:pic>
        <p:nvPicPr>
          <p:cNvPr id="9" name="Picture 8">
            <a:extLst>
              <a:ext uri="{FF2B5EF4-FFF2-40B4-BE49-F238E27FC236}">
                <a16:creationId xmlns:a16="http://schemas.microsoft.com/office/drawing/2014/main" id="{12F547CB-DD15-BB94-FA36-5DBA684029D2}"/>
              </a:ext>
            </a:extLst>
          </p:cNvPr>
          <p:cNvPicPr>
            <a:picLocks noChangeAspect="1"/>
          </p:cNvPicPr>
          <p:nvPr/>
        </p:nvPicPr>
        <p:blipFill>
          <a:blip r:embed="rId2"/>
          <a:stretch>
            <a:fillRect/>
          </a:stretch>
        </p:blipFill>
        <p:spPr>
          <a:xfrm>
            <a:off x="4139952" y="764704"/>
            <a:ext cx="3988278" cy="2520280"/>
          </a:xfrm>
          <a:prstGeom prst="rect">
            <a:avLst/>
          </a:prstGeom>
        </p:spPr>
      </p:pic>
      <p:pic>
        <p:nvPicPr>
          <p:cNvPr id="5" name="Picture 4">
            <a:extLst>
              <a:ext uri="{FF2B5EF4-FFF2-40B4-BE49-F238E27FC236}">
                <a16:creationId xmlns:a16="http://schemas.microsoft.com/office/drawing/2014/main" id="{99FEB036-464F-00BA-4C00-0A41E29E965F}"/>
              </a:ext>
            </a:extLst>
          </p:cNvPr>
          <p:cNvPicPr>
            <a:picLocks noChangeAspect="1"/>
          </p:cNvPicPr>
          <p:nvPr/>
        </p:nvPicPr>
        <p:blipFill>
          <a:blip r:embed="rId3"/>
          <a:stretch>
            <a:fillRect/>
          </a:stretch>
        </p:blipFill>
        <p:spPr>
          <a:xfrm>
            <a:off x="937034" y="3429000"/>
            <a:ext cx="4572000" cy="2774291"/>
          </a:xfrm>
          <a:prstGeom prst="rect">
            <a:avLst/>
          </a:prstGeom>
        </p:spPr>
      </p:pic>
      <p:sp>
        <p:nvSpPr>
          <p:cNvPr id="4" name="CasellaDiTesto 3">
            <a:extLst>
              <a:ext uri="{FF2B5EF4-FFF2-40B4-BE49-F238E27FC236}">
                <a16:creationId xmlns:a16="http://schemas.microsoft.com/office/drawing/2014/main" id="{FF56C965-6699-F457-2BB2-A856FEDA014D}"/>
              </a:ext>
            </a:extLst>
          </p:cNvPr>
          <p:cNvSpPr txBox="1"/>
          <p:nvPr/>
        </p:nvSpPr>
        <p:spPr>
          <a:xfrm>
            <a:off x="6134091" y="4550445"/>
            <a:ext cx="2399071" cy="369332"/>
          </a:xfrm>
          <a:prstGeom prst="rect">
            <a:avLst/>
          </a:prstGeom>
          <a:noFill/>
        </p:spPr>
        <p:txBody>
          <a:bodyPr wrap="square" rtlCol="0">
            <a:spAutoFit/>
          </a:bodyPr>
          <a:lstStyle/>
          <a:p>
            <a:r>
              <a:rPr lang="it-IT" dirty="0" err="1"/>
              <a:t>Final</a:t>
            </a:r>
            <a:r>
              <a:rPr lang="it-IT" dirty="0"/>
              <a:t> weight: 132g ✔️ </a:t>
            </a:r>
          </a:p>
        </p:txBody>
      </p:sp>
    </p:spTree>
    <p:extLst>
      <p:ext uri="{BB962C8B-B14F-4D97-AF65-F5344CB8AC3E}">
        <p14:creationId xmlns:p14="http://schemas.microsoft.com/office/powerpoint/2010/main" val="12653584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3F26F-A7D0-ADD4-E4FB-ED99F1B40FF6}"/>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43CE6F20-5DB6-C851-2ACD-12507921DD64}"/>
              </a:ext>
            </a:extLst>
          </p:cNvPr>
          <p:cNvSpPr>
            <a:spLocks noGrp="1"/>
          </p:cNvSpPr>
          <p:nvPr>
            <p:ph type="body" sz="quarter" idx="10"/>
          </p:nvPr>
        </p:nvSpPr>
        <p:spPr>
          <a:xfrm>
            <a:off x="359569" y="251175"/>
            <a:ext cx="8424862" cy="432047"/>
          </a:xfrm>
        </p:spPr>
        <p:txBody>
          <a:bodyPr>
            <a:normAutofit/>
          </a:bodyPr>
          <a:lstStyle/>
          <a:p>
            <a:pPr algn="ctr"/>
            <a:r>
              <a:rPr lang="it-IT">
                <a:latin typeface="Times New Roman" panose="02020603050405020304" pitchFamily="18" charset="0"/>
                <a:cs typeface="Times New Roman" panose="02020603050405020304" pitchFamily="18" charset="0"/>
              </a:rPr>
              <a:t>BIBLIOGRAPHY</a:t>
            </a:r>
          </a:p>
        </p:txBody>
      </p:sp>
      <p:sp>
        <p:nvSpPr>
          <p:cNvPr id="3" name="Segnaposto testo 2">
            <a:extLst>
              <a:ext uri="{FF2B5EF4-FFF2-40B4-BE49-F238E27FC236}">
                <a16:creationId xmlns:a16="http://schemas.microsoft.com/office/drawing/2014/main" id="{322846DB-8BCE-C28A-E8B5-97820732422D}"/>
              </a:ext>
            </a:extLst>
          </p:cNvPr>
          <p:cNvSpPr>
            <a:spLocks noGrp="1"/>
          </p:cNvSpPr>
          <p:nvPr>
            <p:ph type="body" sz="quarter" idx="11"/>
          </p:nvPr>
        </p:nvSpPr>
        <p:spPr>
          <a:xfrm>
            <a:off x="539552" y="584684"/>
            <a:ext cx="8064896" cy="5688632"/>
          </a:xfrm>
        </p:spPr>
        <p:txBody>
          <a:bodyPr>
            <a:normAutofit lnSpcReduction="10000"/>
          </a:bodyPr>
          <a:lstStyle/>
          <a:p>
            <a:pPr marL="285750" indent="-285750" algn="just">
              <a:lnSpc>
                <a:spcPct val="115000"/>
              </a:lnSpc>
              <a:spcAft>
                <a:spcPts val="800"/>
              </a:spcAft>
              <a:buFont typeface="Arial" panose="020B0604020202020204" pitchFamily="34" charset="0"/>
              <a:buChar char="•"/>
            </a:pPr>
            <a:r>
              <a:rPr lang="en-US" sz="1600" i="1" kern="100" dirty="0">
                <a:effectLst/>
                <a:latin typeface="Aptos" panose="020B0004020202020204" pitchFamily="34" charset="0"/>
                <a:ea typeface="Aptos" panose="020B0004020202020204" pitchFamily="34" charset="0"/>
                <a:cs typeface="Times New Roman" panose="02020603050405020304" pitchFamily="18" charset="0"/>
              </a:rPr>
              <a:t>Fatigue response of AlSi10Mg by laser powder bed fusion: influence of build orientation, heat, and surface treatments. </a:t>
            </a:r>
            <a:r>
              <a:rPr lang="it-IT" sz="1600" i="1" kern="100" dirty="0">
                <a:effectLst/>
                <a:latin typeface="Aptos" panose="020B0004020202020204" pitchFamily="34" charset="0"/>
                <a:ea typeface="Aptos" panose="020B0004020202020204" pitchFamily="34" charset="0"/>
                <a:cs typeface="Times New Roman" panose="02020603050405020304" pitchFamily="18" charset="0"/>
              </a:rPr>
              <a:t>(S. Fini · D. Croccolo · M. De Agostinis · G. Olmi · L. </a:t>
            </a:r>
            <a:r>
              <a:rPr lang="it-IT" sz="1600" i="1" kern="100" dirty="0" err="1">
                <a:effectLst/>
                <a:latin typeface="Aptos" panose="020B0004020202020204" pitchFamily="34" charset="0"/>
                <a:ea typeface="Aptos" panose="020B0004020202020204" pitchFamily="34" charset="0"/>
                <a:cs typeface="Times New Roman" panose="02020603050405020304" pitchFamily="18" charset="0"/>
              </a:rPr>
              <a:t>Paiardini</a:t>
            </a:r>
            <a:r>
              <a:rPr lang="it-IT" sz="1600" i="1" kern="100" dirty="0">
                <a:effectLst/>
                <a:latin typeface="Aptos" panose="020B0004020202020204" pitchFamily="34" charset="0"/>
                <a:ea typeface="Aptos" panose="020B0004020202020204" pitchFamily="34" charset="0"/>
                <a:cs typeface="Times New Roman" panose="02020603050405020304" pitchFamily="18" charset="0"/>
              </a:rPr>
              <a:t> · C. Scapecchi · M. Mele)</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p>
            <a:pPr marL="285750" indent="-285750" algn="just">
              <a:lnSpc>
                <a:spcPct val="115000"/>
              </a:lnSpc>
              <a:spcAft>
                <a:spcPts val="800"/>
              </a:spcAft>
              <a:buFont typeface="Arial" panose="020B0604020202020204" pitchFamily="34" charset="0"/>
              <a:buChar char="•"/>
            </a:pPr>
            <a:r>
              <a:rPr lang="en-US" sz="1600" i="1" kern="100" dirty="0">
                <a:effectLst/>
                <a:latin typeface="Aptos" panose="020B0004020202020204" pitchFamily="34" charset="0"/>
                <a:ea typeface="Aptos" panose="020B0004020202020204" pitchFamily="34" charset="0"/>
                <a:cs typeface="Times New Roman" panose="02020603050405020304" pitchFamily="18" charset="0"/>
              </a:rPr>
              <a:t>EOS Aluminum AlSi10Mg Material datasheet</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p>
            <a:pPr marL="285750" indent="-285750" algn="just">
              <a:lnSpc>
                <a:spcPct val="115000"/>
              </a:lnSpc>
              <a:spcAft>
                <a:spcPts val="800"/>
              </a:spcAft>
              <a:buFont typeface="Arial" panose="020B0604020202020204" pitchFamily="34" charset="0"/>
              <a:buChar char="•"/>
            </a:pPr>
            <a:r>
              <a:rPr lang="en-US" sz="1600" i="1" kern="100" dirty="0">
                <a:effectLst/>
                <a:latin typeface="Aptos" panose="020B0004020202020204" pitchFamily="34" charset="0"/>
                <a:ea typeface="Aptos" panose="020B0004020202020204" pitchFamily="34" charset="0"/>
                <a:cs typeface="Times New Roman" panose="02020603050405020304" pitchFamily="18" charset="0"/>
              </a:rPr>
              <a:t>ETIMOS Aluminum datasheet</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p>
            <a:pPr marL="285750" indent="-285750" algn="just">
              <a:lnSpc>
                <a:spcPct val="115000"/>
              </a:lnSpc>
              <a:spcAft>
                <a:spcPts val="800"/>
              </a:spcAft>
              <a:buFont typeface="Arial" panose="020B0604020202020204" pitchFamily="34" charset="0"/>
              <a:buChar char="•"/>
            </a:pPr>
            <a:r>
              <a:rPr lang="en-US" sz="1600" i="1" kern="100" dirty="0">
                <a:effectLst/>
                <a:latin typeface="Aptos" panose="020B0004020202020204" pitchFamily="34" charset="0"/>
                <a:ea typeface="Aptos" panose="020B0004020202020204" pitchFamily="34" charset="0"/>
                <a:cs typeface="Times New Roman" panose="02020603050405020304" pitchFamily="18" charset="0"/>
              </a:rPr>
              <a:t>ASM Aluminum 7000 series characterization</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p>
            <a:pPr marL="285750" indent="-285750" algn="just">
              <a:lnSpc>
                <a:spcPct val="115000"/>
              </a:lnSpc>
              <a:spcAft>
                <a:spcPts val="800"/>
              </a:spcAft>
              <a:buFont typeface="Arial" panose="020B0604020202020204" pitchFamily="34" charset="0"/>
              <a:buChar char="•"/>
            </a:pPr>
            <a:r>
              <a:rPr lang="it-IT" sz="1600" i="1" kern="100" dirty="0">
                <a:effectLst/>
                <a:latin typeface="Aptos" panose="020B0004020202020204" pitchFamily="34" charset="0"/>
                <a:ea typeface="Aptos" panose="020B0004020202020204" pitchFamily="34" charset="0"/>
                <a:cs typeface="Times New Roman" panose="02020603050405020304" pitchFamily="18" charset="0"/>
              </a:rPr>
              <a:t>Lezioni di fondamenti e tecnica della progettazione meccanica (D. Croccolo, N. Vincenzi)</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p>
            <a:pPr marL="285750" indent="-285750" algn="just">
              <a:lnSpc>
                <a:spcPct val="115000"/>
              </a:lnSpc>
              <a:spcAft>
                <a:spcPts val="800"/>
              </a:spcAft>
              <a:buFont typeface="Arial" panose="020B0604020202020204" pitchFamily="34" charset="0"/>
              <a:buChar char="•"/>
            </a:pPr>
            <a:r>
              <a:rPr lang="it-IT" sz="1600" i="1" kern="100" dirty="0">
                <a:effectLst/>
                <a:latin typeface="Aptos" panose="020B0004020202020204" pitchFamily="34" charset="0"/>
                <a:ea typeface="Aptos" panose="020B0004020202020204" pitchFamily="34" charset="0"/>
                <a:cs typeface="Times New Roman" panose="02020603050405020304" pitchFamily="18" charset="0"/>
              </a:rPr>
              <a:t>Esercizi di costruzioni di macchine e tecnica delle costruzioni meccaniche (D. Coccolo, M. De Agostinis, G. Olmi)</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p>
            <a:pPr marL="285750" indent="-285750" algn="just">
              <a:lnSpc>
                <a:spcPct val="115000"/>
              </a:lnSpc>
              <a:spcAft>
                <a:spcPts val="800"/>
              </a:spcAft>
              <a:buFont typeface="Arial" panose="020B0604020202020204" pitchFamily="34" charset="0"/>
              <a:buChar char="•"/>
            </a:pPr>
            <a:r>
              <a:rPr lang="it-IT" sz="1600" i="1" kern="100" dirty="0">
                <a:effectLst/>
                <a:latin typeface="Aptos" panose="020B0004020202020204" pitchFamily="34" charset="0"/>
                <a:ea typeface="Aptos" panose="020B0004020202020204" pitchFamily="34" charset="0"/>
                <a:cs typeface="Times New Roman" panose="02020603050405020304" pitchFamily="18" charset="0"/>
              </a:rPr>
              <a:t>Manuale di Meccanica- HOEPLI (L. Caligaris, S. Fava, C. Tomasello)</a:t>
            </a:r>
          </a:p>
          <a:p>
            <a:pPr marL="285750" indent="-285750" algn="just">
              <a:lnSpc>
                <a:spcPct val="115000"/>
              </a:lnSpc>
              <a:spcAft>
                <a:spcPts val="800"/>
              </a:spcAft>
              <a:buFont typeface="Arial" panose="020B0604020202020204" pitchFamily="34" charset="0"/>
              <a:buChar char="•"/>
            </a:pPr>
            <a:r>
              <a:rPr lang="en-US" sz="1600" i="1" kern="100" dirty="0">
                <a:effectLst/>
                <a:latin typeface="Aptos" panose="020B0004020202020204" pitchFamily="34" charset="0"/>
                <a:ea typeface="Aptos" panose="020B0004020202020204" pitchFamily="34" charset="0"/>
                <a:cs typeface="Times New Roman" panose="02020603050405020304" pitchFamily="18" charset="0"/>
              </a:rPr>
              <a:t>Machine elements design and calculation in mechanical engineering: vol.1 (G. Niemann)</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p>
            <a:pPr marL="285750" indent="-285750" algn="just">
              <a:lnSpc>
                <a:spcPct val="115000"/>
              </a:lnSpc>
              <a:spcAft>
                <a:spcPts val="800"/>
              </a:spcAft>
              <a:buFont typeface="Arial" panose="020B0604020202020204" pitchFamily="34" charset="0"/>
              <a:buChar char="•"/>
            </a:pPr>
            <a:r>
              <a:rPr lang="en-US" sz="1600" i="1" kern="100" dirty="0">
                <a:effectLst/>
                <a:latin typeface="Aptos" panose="020B0004020202020204" pitchFamily="34" charset="0"/>
                <a:ea typeface="Aptos" panose="020B0004020202020204" pitchFamily="34" charset="0"/>
                <a:cs typeface="Times New Roman" panose="02020603050405020304" pitchFamily="18" charset="0"/>
              </a:rPr>
              <a:t>VDI 22230 Systematic calculation of high duty bolted joints. Joints with one cylindrical bolt.</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pP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endParaRPr lang="it-IT" dirty="0"/>
          </a:p>
        </p:txBody>
      </p:sp>
    </p:spTree>
    <p:extLst>
      <p:ext uri="{BB962C8B-B14F-4D97-AF65-F5344CB8AC3E}">
        <p14:creationId xmlns:p14="http://schemas.microsoft.com/office/powerpoint/2010/main" val="15663058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8CD77-CAAF-B4ED-2200-EEF7B4D6C78C}"/>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FDEFD6B2-77AE-3C44-0188-FD3E7DBE696C}"/>
              </a:ext>
            </a:extLst>
          </p:cNvPr>
          <p:cNvSpPr>
            <a:spLocks noGrp="1"/>
          </p:cNvSpPr>
          <p:nvPr>
            <p:ph type="body" sz="quarter" idx="10"/>
          </p:nvPr>
        </p:nvSpPr>
        <p:spPr>
          <a:xfrm>
            <a:off x="359569" y="2996952"/>
            <a:ext cx="8424862" cy="648071"/>
          </a:xfrm>
        </p:spPr>
        <p:txBody>
          <a:bodyPr/>
          <a:lstStyle/>
          <a:p>
            <a:pPr algn="ctr"/>
            <a:r>
              <a:rPr lang="it-IT">
                <a:latin typeface="Times New Roman" panose="02020603050405020304" pitchFamily="18" charset="0"/>
                <a:cs typeface="Times New Roman" panose="02020603050405020304" pitchFamily="18" charset="0"/>
              </a:rPr>
              <a:t>THANKS EVERYBODY FOR THE ATTENTION!</a:t>
            </a:r>
          </a:p>
        </p:txBody>
      </p:sp>
    </p:spTree>
    <p:extLst>
      <p:ext uri="{BB962C8B-B14F-4D97-AF65-F5344CB8AC3E}">
        <p14:creationId xmlns:p14="http://schemas.microsoft.com/office/powerpoint/2010/main" val="1069013965"/>
      </p:ext>
    </p:extLst>
  </p:cSld>
  <p:clrMapOvr>
    <a:masterClrMapping/>
  </p:clrMapOvr>
</p:sld>
</file>

<file path=ppt/theme/theme1.xml><?xml version="1.0" encoding="utf-8"?>
<a:theme xmlns:a="http://schemas.openxmlformats.org/drawingml/2006/main" name="COPERTIN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4000" b="1" dirty="0" smtClean="0">
            <a:solidFill>
              <a:schemeClr val="bg1"/>
            </a:solidFill>
            <a:latin typeface="Century Gothic" panose="020B0502020202020204" pitchFamily="34" charset="0"/>
          </a:defRPr>
        </a:defPPr>
      </a:lstStyle>
    </a:txDef>
  </a:objectDefaults>
  <a:extraClrSchemeLst/>
</a:theme>
</file>

<file path=ppt/theme/theme2.xml><?xml version="1.0" encoding="utf-8"?>
<a:theme xmlns:a="http://schemas.openxmlformats.org/drawingml/2006/main" name="DIAPOSITIV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HIUSURA">
  <a:themeElements>
    <a:clrScheme name="Personalizzato 1">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FFFFF"/>
      </a:hlink>
      <a:folHlink>
        <a:srgbClr val="EEECE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EC66B7DF9A2448812C054E2BD79C5" ma:contentTypeVersion="18" ma:contentTypeDescription="Create a new document." ma:contentTypeScope="" ma:versionID="6049d3ffcd236be481a0bb97b8bf9995">
  <xsd:schema xmlns:xsd="http://www.w3.org/2001/XMLSchema" xmlns:xs="http://www.w3.org/2001/XMLSchema" xmlns:p="http://schemas.microsoft.com/office/2006/metadata/properties" xmlns:ns3="c1a3fe9e-aaec-41f3-b1f7-9b99cf6f1d7c" xmlns:ns4="9a9ea442-3be5-4524-bafb-fd481278f198" targetNamespace="http://schemas.microsoft.com/office/2006/metadata/properties" ma:root="true" ma:fieldsID="00c2e7ce07ee1ef1994fceb256c5f94a" ns3:_="" ns4:_="">
    <xsd:import namespace="c1a3fe9e-aaec-41f3-b1f7-9b99cf6f1d7c"/>
    <xsd:import namespace="9a9ea442-3be5-4524-bafb-fd481278f198"/>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LengthInSeconds" minOccurs="0"/>
                <xsd:element ref="ns3:MediaServiceDateTaken" minOccurs="0"/>
                <xsd:element ref="ns3:_activity" minOccurs="0"/>
                <xsd:element ref="ns3:MediaServiceLocation"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1a3fe9e-aaec-41f3-b1f7-9b99cf6f1d7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DateTaken" ma:index="20" nillable="true" ma:displayName="MediaServiceDateTaken" ma:description="" ma:hidden="true" ma:indexed="true" ma:internalName="MediaServiceDateTaken" ma:readOnly="true">
      <xsd:simpleType>
        <xsd:restriction base="dms:Text"/>
      </xsd:simpleType>
    </xsd:element>
    <xsd:element name="_activity" ma:index="21" nillable="true" ma:displayName="_activity" ma:hidden="true" ma:internalName="_activity">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9ea442-3be5-4524-bafb-fd481278f198"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SharingHintHash" ma:index="14"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c1a3fe9e-aaec-41f3-b1f7-9b99cf6f1d7c" xsi:nil="true"/>
  </documentManagement>
</p:properties>
</file>

<file path=customXml/itemProps1.xml><?xml version="1.0" encoding="utf-8"?>
<ds:datastoreItem xmlns:ds="http://schemas.openxmlformats.org/officeDocument/2006/customXml" ds:itemID="{D630A1D2-4495-445C-8118-DC8430C0BA3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1a3fe9e-aaec-41f3-b1f7-9b99cf6f1d7c"/>
    <ds:schemaRef ds:uri="9a9ea442-3be5-4524-bafb-fd481278f19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F352716-8276-486D-BC4D-4A25AD6C5FA2}">
  <ds:schemaRefs>
    <ds:schemaRef ds:uri="http://schemas.microsoft.com/sharepoint/v3/contenttype/forms"/>
  </ds:schemaRefs>
</ds:datastoreItem>
</file>

<file path=customXml/itemProps3.xml><?xml version="1.0" encoding="utf-8"?>
<ds:datastoreItem xmlns:ds="http://schemas.openxmlformats.org/officeDocument/2006/customXml" ds:itemID="{91CE83EA-8F71-4E38-A4F4-F30BC3CD8B5F}">
  <ds:schemaRefs>
    <ds:schemaRef ds:uri="http://schemas.microsoft.com/office/2006/documentManagement/types"/>
    <ds:schemaRef ds:uri="http://schemas.microsoft.com/office/2006/metadata/properties"/>
    <ds:schemaRef ds:uri="http://purl.org/dc/elements/1.1/"/>
    <ds:schemaRef ds:uri="http://purl.org/dc/terms/"/>
    <ds:schemaRef ds:uri="http://purl.org/dc/dcmitype/"/>
    <ds:schemaRef ds:uri="c1a3fe9e-aaec-41f3-b1f7-9b99cf6f1d7c"/>
    <ds:schemaRef ds:uri="9a9ea442-3be5-4524-bafb-fd481278f198"/>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40</TotalTime>
  <Words>910</Words>
  <Application>Microsoft Office PowerPoint</Application>
  <PresentationFormat>On-screen Show (4:3)</PresentationFormat>
  <Paragraphs>110</Paragraphs>
  <Slides>20</Slides>
  <Notes>6</Notes>
  <HiddenSlides>0</HiddenSlides>
  <MMClips>0</MMClips>
  <ScaleCrop>false</ScaleCrop>
  <HeadingPairs>
    <vt:vector size="6" baseType="variant">
      <vt:variant>
        <vt:lpstr>Fonts Used</vt:lpstr>
      </vt:variant>
      <vt:variant>
        <vt:i4>9</vt:i4>
      </vt:variant>
      <vt:variant>
        <vt:lpstr>Theme</vt:lpstr>
      </vt:variant>
      <vt:variant>
        <vt:i4>6</vt:i4>
      </vt:variant>
      <vt:variant>
        <vt:lpstr>Slide Titles</vt:lpstr>
      </vt:variant>
      <vt:variant>
        <vt:i4>20</vt:i4>
      </vt:variant>
    </vt:vector>
  </HeadingPairs>
  <TitlesOfParts>
    <vt:vector size="35" baseType="lpstr">
      <vt:lpstr>Aptos</vt:lpstr>
      <vt:lpstr>Aptos Display</vt:lpstr>
      <vt:lpstr>Aptos Narrow</vt:lpstr>
      <vt:lpstr>Arial</vt:lpstr>
      <vt:lpstr>Calibri</vt:lpstr>
      <vt:lpstr>Cambria Math</vt:lpstr>
      <vt:lpstr>Century Gothic</vt:lpstr>
      <vt:lpstr>Times New Roman</vt:lpstr>
      <vt:lpstr>Wingdings</vt:lpstr>
      <vt:lpstr>COPERTINA</vt:lpstr>
      <vt:lpstr>DIAPOSITIVE</vt:lpstr>
      <vt:lpstr>CHIUSURA</vt:lpstr>
      <vt:lpstr>Office Theme</vt:lpstr>
      <vt:lpstr>1_Office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Università di Bologna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UTENTE</dc:creator>
  <cp:lastModifiedBy>Matteo Fratini - matteo.fratini3@studio.unibo.it</cp:lastModifiedBy>
  <cp:revision>2</cp:revision>
  <dcterms:created xsi:type="dcterms:W3CDTF">2017-11-13T10:11:35Z</dcterms:created>
  <dcterms:modified xsi:type="dcterms:W3CDTF">2026-03-23T13:09:27Z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0x01010079FEC66B7DF9A2448812C054E2BD79C5</vt:lpwstr>
  </property>
</Properties>
</file>